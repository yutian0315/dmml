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635" cy="57594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942667"/>
            <a:ext cx="9144900" cy="2005333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3025334"/>
            <a:ext cx="9144900" cy="1390666"/>
          </a:xfrm>
        </p:spPr>
        <p:txBody>
          <a:bodyPr/>
          <a:lstStyle>
            <a:lvl1pPr marL="0" indent="0" algn="ctr">
              <a:buNone/>
              <a:defRPr sz="2015"/>
            </a:lvl1pPr>
            <a:lvl2pPr marL="384175" indent="0" algn="ctr">
              <a:buNone/>
              <a:defRPr sz="1680"/>
            </a:lvl2pPr>
            <a:lvl3pPr marL="767715" indent="0" algn="ctr">
              <a:buNone/>
              <a:defRPr sz="1510"/>
            </a:lvl3pPr>
            <a:lvl4pPr marL="1151890" indent="0" algn="ctr">
              <a:buNone/>
              <a:defRPr sz="1345"/>
            </a:lvl4pPr>
            <a:lvl5pPr marL="1536065" indent="0" algn="ctr">
              <a:buNone/>
              <a:defRPr sz="1345"/>
            </a:lvl5pPr>
            <a:lvl6pPr marL="1920240" indent="0" algn="ctr">
              <a:buNone/>
              <a:defRPr sz="1345"/>
            </a:lvl6pPr>
            <a:lvl7pPr marL="2303780" indent="0" algn="ctr">
              <a:buNone/>
              <a:defRPr sz="1345"/>
            </a:lvl7pPr>
            <a:lvl8pPr marL="2687955" indent="0" algn="ctr">
              <a:buNone/>
              <a:defRPr sz="1345"/>
            </a:lvl8pPr>
            <a:lvl9pPr marL="3072130" indent="0" algn="ctr">
              <a:buNone/>
              <a:defRPr sz="134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1436000"/>
            <a:ext cx="10516635" cy="2396000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3854667"/>
            <a:ext cx="10516635" cy="1260000"/>
          </a:xfrm>
        </p:spPr>
        <p:txBody>
          <a:bodyPr/>
          <a:lstStyle>
            <a:lvl1pPr marL="0" indent="0">
              <a:buNone/>
              <a:defRPr sz="2015">
                <a:solidFill>
                  <a:schemeClr val="tx1">
                    <a:tint val="75000"/>
                  </a:schemeClr>
                </a:solidFill>
              </a:defRPr>
            </a:lvl1pPr>
            <a:lvl2pPr marL="38417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71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3pPr>
            <a:lvl4pPr marL="115189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4pPr>
            <a:lvl5pPr marL="153606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5pPr>
            <a:lvl6pPr marL="192024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6pPr>
            <a:lvl7pPr marL="230378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7pPr>
            <a:lvl8pPr marL="268795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8pPr>
            <a:lvl9pPr marL="307213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1533333"/>
            <a:ext cx="5182110" cy="3654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1533333"/>
            <a:ext cx="5182110" cy="3654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06667"/>
            <a:ext cx="10516635" cy="111333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1412000"/>
            <a:ext cx="5158295" cy="692000"/>
          </a:xfrm>
        </p:spPr>
        <p:txBody>
          <a:bodyPr anchor="b"/>
          <a:lstStyle>
            <a:lvl1pPr marL="0" indent="0">
              <a:buNone/>
              <a:defRPr sz="2015" b="1"/>
            </a:lvl1pPr>
            <a:lvl2pPr marL="384175" indent="0">
              <a:buNone/>
              <a:defRPr sz="1680" b="1"/>
            </a:lvl2pPr>
            <a:lvl3pPr marL="767715" indent="0">
              <a:buNone/>
              <a:defRPr sz="1510" b="1"/>
            </a:lvl3pPr>
            <a:lvl4pPr marL="1151890" indent="0">
              <a:buNone/>
              <a:defRPr sz="1345" b="1"/>
            </a:lvl4pPr>
            <a:lvl5pPr marL="1536065" indent="0">
              <a:buNone/>
              <a:defRPr sz="1345" b="1"/>
            </a:lvl5pPr>
            <a:lvl6pPr marL="1920240" indent="0">
              <a:buNone/>
              <a:defRPr sz="1345" b="1"/>
            </a:lvl6pPr>
            <a:lvl7pPr marL="2303780" indent="0">
              <a:buNone/>
              <a:defRPr sz="1345" b="1"/>
            </a:lvl7pPr>
            <a:lvl8pPr marL="2687955" indent="0">
              <a:buNone/>
              <a:defRPr sz="1345" b="1"/>
            </a:lvl8pPr>
            <a:lvl9pPr marL="3072130" indent="0">
              <a:buNone/>
              <a:defRPr sz="134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2104000"/>
            <a:ext cx="5158295" cy="3094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1412000"/>
            <a:ext cx="5183698" cy="692000"/>
          </a:xfrm>
        </p:spPr>
        <p:txBody>
          <a:bodyPr anchor="b"/>
          <a:lstStyle>
            <a:lvl1pPr marL="0" indent="0">
              <a:buNone/>
              <a:defRPr sz="2015" b="1"/>
            </a:lvl1pPr>
            <a:lvl2pPr marL="384175" indent="0">
              <a:buNone/>
              <a:defRPr sz="1680" b="1"/>
            </a:lvl2pPr>
            <a:lvl3pPr marL="767715" indent="0">
              <a:buNone/>
              <a:defRPr sz="1510" b="1"/>
            </a:lvl3pPr>
            <a:lvl4pPr marL="1151890" indent="0">
              <a:buNone/>
              <a:defRPr sz="1345" b="1"/>
            </a:lvl4pPr>
            <a:lvl5pPr marL="1536065" indent="0">
              <a:buNone/>
              <a:defRPr sz="1345" b="1"/>
            </a:lvl5pPr>
            <a:lvl6pPr marL="1920240" indent="0">
              <a:buNone/>
              <a:defRPr sz="1345" b="1"/>
            </a:lvl6pPr>
            <a:lvl7pPr marL="2303780" indent="0">
              <a:buNone/>
              <a:defRPr sz="1345" b="1"/>
            </a:lvl7pPr>
            <a:lvl8pPr marL="2687955" indent="0">
              <a:buNone/>
              <a:defRPr sz="1345" b="1"/>
            </a:lvl8pPr>
            <a:lvl9pPr marL="3072130" indent="0">
              <a:buNone/>
              <a:defRPr sz="134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2104000"/>
            <a:ext cx="5183698" cy="3094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84000"/>
            <a:ext cx="3932624" cy="1344000"/>
          </a:xfrm>
        </p:spPr>
        <p:txBody>
          <a:bodyPr anchor="b"/>
          <a:lstStyle>
            <a:lvl1pPr>
              <a:defRPr sz="26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829333"/>
            <a:ext cx="6172808" cy="4093333"/>
          </a:xfrm>
        </p:spPr>
        <p:txBody>
          <a:bodyPr/>
          <a:lstStyle>
            <a:lvl1pPr>
              <a:defRPr sz="2690"/>
            </a:lvl1pPr>
            <a:lvl2pPr>
              <a:defRPr sz="2350"/>
            </a:lvl2pPr>
            <a:lvl3pPr>
              <a:defRPr sz="2015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1728000"/>
            <a:ext cx="3932624" cy="3201334"/>
          </a:xfrm>
        </p:spPr>
        <p:txBody>
          <a:bodyPr/>
          <a:lstStyle>
            <a:lvl1pPr marL="0" indent="0">
              <a:buNone/>
              <a:defRPr sz="1345"/>
            </a:lvl1pPr>
            <a:lvl2pPr marL="384175" indent="0">
              <a:buNone/>
              <a:defRPr sz="1175"/>
            </a:lvl2pPr>
            <a:lvl3pPr marL="767715" indent="0">
              <a:buNone/>
              <a:defRPr sz="1010"/>
            </a:lvl3pPr>
            <a:lvl4pPr marL="1151890" indent="0">
              <a:buNone/>
              <a:defRPr sz="840"/>
            </a:lvl4pPr>
            <a:lvl5pPr marL="1536065" indent="0">
              <a:buNone/>
              <a:defRPr sz="840"/>
            </a:lvl5pPr>
            <a:lvl6pPr marL="1920240" indent="0">
              <a:buNone/>
              <a:defRPr sz="840"/>
            </a:lvl6pPr>
            <a:lvl7pPr marL="2303780" indent="0">
              <a:buNone/>
              <a:defRPr sz="840"/>
            </a:lvl7pPr>
            <a:lvl8pPr marL="2687955" indent="0">
              <a:buNone/>
              <a:defRPr sz="840"/>
            </a:lvl8pPr>
            <a:lvl9pPr marL="3072130" indent="0">
              <a:buNone/>
              <a:defRPr sz="8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84000"/>
            <a:ext cx="3932624" cy="1344000"/>
          </a:xfrm>
        </p:spPr>
        <p:txBody>
          <a:bodyPr anchor="b"/>
          <a:lstStyle>
            <a:lvl1pPr>
              <a:defRPr sz="26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829333"/>
            <a:ext cx="6172808" cy="4093333"/>
          </a:xfrm>
        </p:spPr>
        <p:txBody>
          <a:bodyPr/>
          <a:lstStyle>
            <a:lvl1pPr marL="0" indent="0">
              <a:buNone/>
              <a:defRPr sz="2690"/>
            </a:lvl1pPr>
            <a:lvl2pPr marL="384175" indent="0">
              <a:buNone/>
              <a:defRPr sz="2350"/>
            </a:lvl2pPr>
            <a:lvl3pPr marL="767715" indent="0">
              <a:buNone/>
              <a:defRPr sz="2015"/>
            </a:lvl3pPr>
            <a:lvl4pPr marL="1151890" indent="0">
              <a:buNone/>
              <a:defRPr sz="1680"/>
            </a:lvl4pPr>
            <a:lvl5pPr marL="1536065" indent="0">
              <a:buNone/>
              <a:defRPr sz="1680"/>
            </a:lvl5pPr>
            <a:lvl6pPr marL="1920240" indent="0">
              <a:buNone/>
              <a:defRPr sz="1680"/>
            </a:lvl6pPr>
            <a:lvl7pPr marL="2303780" indent="0">
              <a:buNone/>
              <a:defRPr sz="1680"/>
            </a:lvl7pPr>
            <a:lvl8pPr marL="2687955" indent="0">
              <a:buNone/>
              <a:defRPr sz="1680"/>
            </a:lvl8pPr>
            <a:lvl9pPr marL="3072130" indent="0">
              <a:buNone/>
              <a:defRPr sz="168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1728000"/>
            <a:ext cx="3932624" cy="3201334"/>
          </a:xfrm>
        </p:spPr>
        <p:txBody>
          <a:bodyPr/>
          <a:lstStyle>
            <a:lvl1pPr marL="0" indent="0">
              <a:buNone/>
              <a:defRPr sz="1345"/>
            </a:lvl1pPr>
            <a:lvl2pPr marL="384175" indent="0">
              <a:buNone/>
              <a:defRPr sz="1175"/>
            </a:lvl2pPr>
            <a:lvl3pPr marL="767715" indent="0">
              <a:buNone/>
              <a:defRPr sz="1010"/>
            </a:lvl3pPr>
            <a:lvl4pPr marL="1151890" indent="0">
              <a:buNone/>
              <a:defRPr sz="840"/>
            </a:lvl4pPr>
            <a:lvl5pPr marL="1536065" indent="0">
              <a:buNone/>
              <a:defRPr sz="840"/>
            </a:lvl5pPr>
            <a:lvl6pPr marL="1920240" indent="0">
              <a:buNone/>
              <a:defRPr sz="840"/>
            </a:lvl6pPr>
            <a:lvl7pPr marL="2303780" indent="0">
              <a:buNone/>
              <a:defRPr sz="840"/>
            </a:lvl7pPr>
            <a:lvl8pPr marL="2687955" indent="0">
              <a:buNone/>
              <a:defRPr sz="840"/>
            </a:lvl8pPr>
            <a:lvl9pPr marL="3072130" indent="0">
              <a:buNone/>
              <a:defRPr sz="8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306667"/>
            <a:ext cx="2629159" cy="488133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306667"/>
            <a:ext cx="7735062" cy="488133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306667"/>
            <a:ext cx="10516635" cy="1113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1533333"/>
            <a:ext cx="10516635" cy="3654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5338667"/>
            <a:ext cx="2743470" cy="306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5338667"/>
            <a:ext cx="4115205" cy="306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5338667"/>
            <a:ext cx="2743470" cy="306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67715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770" indent="-191770" algn="l" defTabSz="767715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5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295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4pPr>
      <a:lvl5pPr marL="1727835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5pPr>
      <a:lvl6pPr marL="2112010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6pPr>
      <a:lvl7pPr marL="2496185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7pPr>
      <a:lvl8pPr marL="2879725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8pPr>
      <a:lvl9pPr marL="3263900" indent="-191770" algn="l" defTabSz="76771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1pPr>
      <a:lvl2pPr marL="384175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2pPr>
      <a:lvl3pPr marL="767715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3pPr>
      <a:lvl4pPr marL="1151890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4pPr>
      <a:lvl5pPr marL="1536065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6pPr>
      <a:lvl7pPr marL="2303780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7pPr>
      <a:lvl8pPr marL="2687955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8pPr>
      <a:lvl9pPr marL="3072130" algn="l" defTabSz="767715" rtl="0" eaLnBrk="1" latinLnBrk="0" hangingPunct="1">
        <a:defRPr sz="15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4146515" y="3110505"/>
            <a:ext cx="3465195" cy="199009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rcRect l="3787" r="8095"/>
          <a:stretch>
            <a:fillRect/>
          </a:stretch>
        </p:blipFill>
        <p:spPr>
          <a:xfrm>
            <a:off x="4146550" y="193675"/>
            <a:ext cx="3620135" cy="231013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76165" y="3150510"/>
            <a:ext cx="3829050" cy="199517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8103870" y="193675"/>
            <a:ext cx="3964940" cy="2275205"/>
          </a:xfrm>
          <a:prstGeom prst="rect">
            <a:avLst/>
          </a:prstGeom>
        </p:spPr>
      </p:pic>
      <p:pic>
        <p:nvPicPr>
          <p:cNvPr id="2" name="图片 1" descr="SAN_IN_MI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" y="193675"/>
            <a:ext cx="3830320" cy="2310765"/>
          </a:xfrm>
          <a:prstGeom prst="rect">
            <a:avLst/>
          </a:prstGeom>
        </p:spPr>
      </p:pic>
      <p:pic>
        <p:nvPicPr>
          <p:cNvPr id="3" name="图片 2" descr="9bad4cc15ae2504622e909999be808325168"/>
          <p:cNvPicPr>
            <a:picLocks noChangeAspect="1"/>
          </p:cNvPicPr>
          <p:nvPr/>
        </p:nvPicPr>
        <p:blipFill>
          <a:blip r:embed="rId6"/>
          <a:srcRect l="1124"/>
          <a:stretch>
            <a:fillRect/>
          </a:stretch>
        </p:blipFill>
        <p:spPr>
          <a:xfrm>
            <a:off x="8103870" y="3062605"/>
            <a:ext cx="3964940" cy="2082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19505" y="2562225"/>
            <a:ext cx="1742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(a)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医学影像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85715" y="2562225"/>
            <a:ext cx="1742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(b)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驾驶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215120" y="2504440"/>
            <a:ext cx="1742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(b)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电子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商务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19505" y="5238115"/>
            <a:ext cx="1742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(d)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气象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5715" y="5193665"/>
            <a:ext cx="1742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e)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蛋白质预测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15120" y="5193665"/>
            <a:ext cx="1742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(e)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量化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WPS 演示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Calibri</vt:lpstr>
      <vt:lpstr>新宋体</vt:lpstr>
      <vt:lpstr>兰米粗楷简体</vt:lpstr>
      <vt:lpstr>Times New Roman</vt:lpstr>
      <vt:lpstr>华文中宋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毛浚彬</cp:lastModifiedBy>
  <cp:revision>7</cp:revision>
  <dcterms:created xsi:type="dcterms:W3CDTF">2023-08-09T12:44:00Z</dcterms:created>
  <dcterms:modified xsi:type="dcterms:W3CDTF">2024-12-10T08:54:57Z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2052-12.1.0.19302</vt:lpwstr>
  </property>
</Properties>
</file>