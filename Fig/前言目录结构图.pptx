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192000" cy="6858000"/>
  <p:notesSz cx="6858000" cy="9144000"/>
  <p:embeddedFontLst>
    <p:embeddedFont>
      <p:font typeface="兰米粗楷简体" panose="02000503000000000000" charset="-122"/>
      <p:regular r:id="rId7"/>
    </p:embeddedFont>
    <p:embeddedFont>
      <p:font typeface="Calibri" panose="020F0502020204030204" charset="0"/>
      <p:regular r:id="rId8"/>
      <p:bold r:id="rId9"/>
      <p:italic r:id="rId10"/>
      <p:boldItalic r:id="rId11"/>
    </p:embeddedFont>
    <p:embeddedFont>
      <p:font typeface="微软雅黑" panose="020B0503020204020204" charset="-122"/>
      <p:regular r:id="rId12"/>
    </p:embeddedFont>
  </p:embeddedFontLst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55.xml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8" Type="http://schemas.openxmlformats.org/officeDocument/2006/relationships/slideLayout" Target="../slideLayouts/slideLayout1.xml"/><Relationship Id="rId77" Type="http://schemas.openxmlformats.org/officeDocument/2006/relationships/image" Target="../media/image23.svg"/><Relationship Id="rId76" Type="http://schemas.openxmlformats.org/officeDocument/2006/relationships/image" Target="../media/image22.png"/><Relationship Id="rId75" Type="http://schemas.openxmlformats.org/officeDocument/2006/relationships/tags" Target="../tags/tag54.xml"/><Relationship Id="rId74" Type="http://schemas.openxmlformats.org/officeDocument/2006/relationships/tags" Target="../tags/tag53.xml"/><Relationship Id="rId73" Type="http://schemas.openxmlformats.org/officeDocument/2006/relationships/image" Target="../media/image21.svg"/><Relationship Id="rId72" Type="http://schemas.openxmlformats.org/officeDocument/2006/relationships/image" Target="../media/image20.png"/><Relationship Id="rId71" Type="http://schemas.openxmlformats.org/officeDocument/2006/relationships/tags" Target="../tags/tag52.xml"/><Relationship Id="rId70" Type="http://schemas.openxmlformats.org/officeDocument/2006/relationships/tags" Target="../tags/tag51.xml"/><Relationship Id="rId7" Type="http://schemas.openxmlformats.org/officeDocument/2006/relationships/tags" Target="../tags/tag3.xml"/><Relationship Id="rId69" Type="http://schemas.openxmlformats.org/officeDocument/2006/relationships/image" Target="../media/image19.svg"/><Relationship Id="rId68" Type="http://schemas.openxmlformats.org/officeDocument/2006/relationships/image" Target="../media/image18.png"/><Relationship Id="rId67" Type="http://schemas.openxmlformats.org/officeDocument/2006/relationships/tags" Target="../tags/tag50.xml"/><Relationship Id="rId66" Type="http://schemas.openxmlformats.org/officeDocument/2006/relationships/tags" Target="../tags/tag49.xml"/><Relationship Id="rId65" Type="http://schemas.openxmlformats.org/officeDocument/2006/relationships/image" Target="../media/image17.svg"/><Relationship Id="rId64" Type="http://schemas.openxmlformats.org/officeDocument/2006/relationships/image" Target="../media/image16.png"/><Relationship Id="rId63" Type="http://schemas.openxmlformats.org/officeDocument/2006/relationships/tags" Target="../tags/tag48.xml"/><Relationship Id="rId62" Type="http://schemas.openxmlformats.org/officeDocument/2006/relationships/tags" Target="../tags/tag47.xml"/><Relationship Id="rId61" Type="http://schemas.openxmlformats.org/officeDocument/2006/relationships/tags" Target="../tags/tag46.xml"/><Relationship Id="rId60" Type="http://schemas.openxmlformats.org/officeDocument/2006/relationships/tags" Target="../tags/tag45.xml"/><Relationship Id="rId6" Type="http://schemas.openxmlformats.org/officeDocument/2006/relationships/image" Target="../media/image4.svg"/><Relationship Id="rId59" Type="http://schemas.openxmlformats.org/officeDocument/2006/relationships/tags" Target="../tags/tag44.xml"/><Relationship Id="rId58" Type="http://schemas.openxmlformats.org/officeDocument/2006/relationships/tags" Target="../tags/tag43.xml"/><Relationship Id="rId57" Type="http://schemas.openxmlformats.org/officeDocument/2006/relationships/tags" Target="../tags/tag42.xml"/><Relationship Id="rId56" Type="http://schemas.openxmlformats.org/officeDocument/2006/relationships/tags" Target="../tags/tag41.xml"/><Relationship Id="rId55" Type="http://schemas.openxmlformats.org/officeDocument/2006/relationships/tags" Target="../tags/tag40.xml"/><Relationship Id="rId54" Type="http://schemas.openxmlformats.org/officeDocument/2006/relationships/tags" Target="../tags/tag39.xml"/><Relationship Id="rId53" Type="http://schemas.openxmlformats.org/officeDocument/2006/relationships/tags" Target="../tags/tag38.xml"/><Relationship Id="rId52" Type="http://schemas.openxmlformats.org/officeDocument/2006/relationships/tags" Target="../tags/tag37.xml"/><Relationship Id="rId51" Type="http://schemas.openxmlformats.org/officeDocument/2006/relationships/tags" Target="../tags/tag36.xml"/><Relationship Id="rId50" Type="http://schemas.openxmlformats.org/officeDocument/2006/relationships/tags" Target="../tags/tag35.xml"/><Relationship Id="rId5" Type="http://schemas.openxmlformats.org/officeDocument/2006/relationships/image" Target="../media/image3.png"/><Relationship Id="rId49" Type="http://schemas.openxmlformats.org/officeDocument/2006/relationships/tags" Target="../tags/tag34.xml"/><Relationship Id="rId48" Type="http://schemas.openxmlformats.org/officeDocument/2006/relationships/tags" Target="../tags/tag33.xml"/><Relationship Id="rId47" Type="http://schemas.openxmlformats.org/officeDocument/2006/relationships/tags" Target="../tags/tag32.xml"/><Relationship Id="rId46" Type="http://schemas.openxmlformats.org/officeDocument/2006/relationships/tags" Target="../tags/tag31.xml"/><Relationship Id="rId45" Type="http://schemas.openxmlformats.org/officeDocument/2006/relationships/image" Target="../media/image15.jpeg"/><Relationship Id="rId44" Type="http://schemas.openxmlformats.org/officeDocument/2006/relationships/tags" Target="../tags/tag30.xml"/><Relationship Id="rId43" Type="http://schemas.openxmlformats.org/officeDocument/2006/relationships/tags" Target="../tags/tag29.xml"/><Relationship Id="rId42" Type="http://schemas.openxmlformats.org/officeDocument/2006/relationships/tags" Target="../tags/tag28.xml"/><Relationship Id="rId41" Type="http://schemas.openxmlformats.org/officeDocument/2006/relationships/tags" Target="../tags/tag27.xml"/><Relationship Id="rId40" Type="http://schemas.openxmlformats.org/officeDocument/2006/relationships/tags" Target="../tags/tag26.xml"/><Relationship Id="rId4" Type="http://schemas.openxmlformats.org/officeDocument/2006/relationships/tags" Target="../tags/tag2.xml"/><Relationship Id="rId39" Type="http://schemas.openxmlformats.org/officeDocument/2006/relationships/tags" Target="../tags/tag25.xml"/><Relationship Id="rId38" Type="http://schemas.openxmlformats.org/officeDocument/2006/relationships/image" Target="../media/image14.svg"/><Relationship Id="rId37" Type="http://schemas.openxmlformats.org/officeDocument/2006/relationships/image" Target="../media/image13.png"/><Relationship Id="rId36" Type="http://schemas.openxmlformats.org/officeDocument/2006/relationships/tags" Target="../tags/tag24.xml"/><Relationship Id="rId35" Type="http://schemas.openxmlformats.org/officeDocument/2006/relationships/tags" Target="../tags/tag23.xml"/><Relationship Id="rId34" Type="http://schemas.openxmlformats.org/officeDocument/2006/relationships/tags" Target="../tags/tag22.xml"/><Relationship Id="rId33" Type="http://schemas.openxmlformats.org/officeDocument/2006/relationships/tags" Target="../tags/tag21.xml"/><Relationship Id="rId32" Type="http://schemas.openxmlformats.org/officeDocument/2006/relationships/image" Target="../media/image12.svg"/><Relationship Id="rId31" Type="http://schemas.openxmlformats.org/officeDocument/2006/relationships/image" Target="../media/image11.png"/><Relationship Id="rId30" Type="http://schemas.openxmlformats.org/officeDocument/2006/relationships/tags" Target="../tags/tag20.xml"/><Relationship Id="rId3" Type="http://schemas.openxmlformats.org/officeDocument/2006/relationships/image" Target="../media/image2.sv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image" Target="../media/image10.svg"/><Relationship Id="rId25" Type="http://schemas.openxmlformats.org/officeDocument/2006/relationships/image" Target="../media/image9.png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image" Target="../media/image1.png"/><Relationship Id="rId19" Type="http://schemas.openxmlformats.org/officeDocument/2006/relationships/image" Target="../media/image8.svg"/><Relationship Id="rId18" Type="http://schemas.openxmlformats.org/officeDocument/2006/relationships/image" Target="../media/image7.png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/>
        </p:nvGrpSpPr>
        <p:grpSpPr>
          <a:xfrm>
            <a:off x="2314575" y="165735"/>
            <a:ext cx="2950210" cy="1197610"/>
            <a:chOff x="6118" y="4645"/>
            <a:chExt cx="4646" cy="1886"/>
          </a:xfrm>
        </p:grpSpPr>
        <p:sp>
          <p:nvSpPr>
            <p:cNvPr id="21" name="圆角矩形 20"/>
            <p:cNvSpPr/>
            <p:nvPr/>
          </p:nvSpPr>
          <p:spPr>
            <a:xfrm>
              <a:off x="7662" y="5202"/>
              <a:ext cx="3103" cy="806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rPr>
                <a:t>机器学习</a:t>
              </a:r>
              <a:endParaRPr lang="zh-CN" altLang="en-US" sz="24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6118" y="4645"/>
              <a:ext cx="1817" cy="188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7" name="图片 6" descr="AI技术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56" y="4808"/>
              <a:ext cx="1628" cy="1628"/>
            </a:xfrm>
            <a:prstGeom prst="rect">
              <a:avLst/>
            </a:prstGeom>
          </p:spPr>
        </p:pic>
      </p:grpSp>
      <p:grpSp>
        <p:nvGrpSpPr>
          <p:cNvPr id="30" name="组合 29"/>
          <p:cNvGrpSpPr/>
          <p:nvPr/>
        </p:nvGrpSpPr>
        <p:grpSpPr>
          <a:xfrm>
            <a:off x="8237220" y="165735"/>
            <a:ext cx="2950210" cy="1197610"/>
            <a:chOff x="8906" y="204"/>
            <a:chExt cx="4646" cy="1886"/>
          </a:xfrm>
        </p:grpSpPr>
        <p:grpSp>
          <p:nvGrpSpPr>
            <p:cNvPr id="26" name="组合 25"/>
            <p:cNvGrpSpPr/>
            <p:nvPr/>
          </p:nvGrpSpPr>
          <p:grpSpPr>
            <a:xfrm>
              <a:off x="8906" y="204"/>
              <a:ext cx="4647" cy="1886"/>
              <a:chOff x="6118" y="4645"/>
              <a:chExt cx="4647" cy="1886"/>
            </a:xfrm>
          </p:grpSpPr>
          <p:sp>
            <p:nvSpPr>
              <p:cNvPr id="27" name="圆角矩形 26"/>
              <p:cNvSpPr/>
              <p:nvPr/>
            </p:nvSpPr>
            <p:spPr>
              <a:xfrm>
                <a:off x="7662" y="5202"/>
                <a:ext cx="3103" cy="806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4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数据挖掘</a:t>
                </a:r>
                <a:endParaRPr lang="zh-CN" altLang="en-US" sz="24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>
                <a:off x="6118" y="4645"/>
                <a:ext cx="1817" cy="188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6" name="图片 5" descr="数据挖掘技术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63" y="461"/>
              <a:ext cx="1440" cy="1440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>
            <p:custDataLst>
              <p:tags r:id="rId7"/>
            </p:custDataLst>
          </p:nvPr>
        </p:nvGrpSpPr>
        <p:grpSpPr>
          <a:xfrm>
            <a:off x="299085" y="1781810"/>
            <a:ext cx="1893570" cy="867410"/>
            <a:chOff x="765" y="3493"/>
            <a:chExt cx="3450" cy="1580"/>
          </a:xfrm>
        </p:grpSpPr>
        <p:grpSp>
          <p:nvGrpSpPr>
            <p:cNvPr id="32" name="组合 31"/>
            <p:cNvGrpSpPr/>
            <p:nvPr/>
          </p:nvGrpSpPr>
          <p:grpSpPr>
            <a:xfrm>
              <a:off x="765" y="3493"/>
              <a:ext cx="3450" cy="1580"/>
              <a:chOff x="6118" y="4645"/>
              <a:chExt cx="4117" cy="1886"/>
            </a:xfrm>
          </p:grpSpPr>
          <p:sp>
            <p:nvSpPr>
              <p:cNvPr id="33" name="圆角矩形 32"/>
              <p:cNvSpPr/>
              <p:nvPr>
                <p:custDataLst>
                  <p:tags r:id="rId8"/>
                </p:custDataLst>
              </p:nvPr>
            </p:nvSpPr>
            <p:spPr>
              <a:xfrm>
                <a:off x="7662" y="5202"/>
                <a:ext cx="2573" cy="806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分类</a:t>
                </a:r>
                <a:endPara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endParaRPr>
              </a:p>
            </p:txBody>
          </p:sp>
          <p:sp>
            <p:nvSpPr>
              <p:cNvPr id="34" name="圆角矩形 33"/>
              <p:cNvSpPr/>
              <p:nvPr>
                <p:custDataLst>
                  <p:tags r:id="rId9"/>
                </p:custDataLst>
              </p:nvPr>
            </p:nvSpPr>
            <p:spPr>
              <a:xfrm>
                <a:off x="6118" y="4645"/>
                <a:ext cx="1817" cy="188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6" name="图片 35" descr="分类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91" y="3714"/>
              <a:ext cx="1168" cy="1168"/>
            </a:xfrm>
            <a:prstGeom prst="rect">
              <a:avLst/>
            </a:prstGeom>
          </p:spPr>
        </p:pic>
      </p:grpSp>
      <p:grpSp>
        <p:nvGrpSpPr>
          <p:cNvPr id="57" name="组合 56"/>
          <p:cNvGrpSpPr/>
          <p:nvPr>
            <p:custDataLst>
              <p:tags r:id="rId13"/>
            </p:custDataLst>
          </p:nvPr>
        </p:nvGrpSpPr>
        <p:grpSpPr>
          <a:xfrm>
            <a:off x="2675890" y="1781810"/>
            <a:ext cx="1893570" cy="867410"/>
            <a:chOff x="4485" y="3538"/>
            <a:chExt cx="3450" cy="1580"/>
          </a:xfrm>
        </p:grpSpPr>
        <p:grpSp>
          <p:nvGrpSpPr>
            <p:cNvPr id="47" name="组合 46"/>
            <p:cNvGrpSpPr/>
            <p:nvPr>
              <p:custDataLst>
                <p:tags r:id="rId14"/>
              </p:custDataLst>
            </p:nvPr>
          </p:nvGrpSpPr>
          <p:grpSpPr>
            <a:xfrm rot="0">
              <a:off x="4485" y="3538"/>
              <a:ext cx="3450" cy="1580"/>
              <a:chOff x="6118" y="4645"/>
              <a:chExt cx="4117" cy="1886"/>
            </a:xfrm>
          </p:grpSpPr>
          <p:sp>
            <p:nvSpPr>
              <p:cNvPr id="48" name="圆角矩形 47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62" y="5202"/>
                <a:ext cx="2573" cy="806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回归</a:t>
                </a:r>
                <a:endPara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endParaRPr>
              </a:p>
            </p:txBody>
          </p:sp>
          <p:sp>
            <p:nvSpPr>
              <p:cNvPr id="49" name="圆角矩形 48"/>
              <p:cNvSpPr/>
              <p:nvPr>
                <p:custDataLst>
                  <p:tags r:id="rId16"/>
                </p:custDataLst>
              </p:nvPr>
            </p:nvSpPr>
            <p:spPr>
              <a:xfrm>
                <a:off x="6118" y="4645"/>
                <a:ext cx="1817" cy="188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7" name="图片 36" descr="数学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523" y="3633"/>
              <a:ext cx="1440" cy="1440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>
            <p:custDataLst>
              <p:tags r:id="rId20"/>
            </p:custDataLst>
          </p:nvPr>
        </p:nvGrpSpPr>
        <p:grpSpPr>
          <a:xfrm>
            <a:off x="5052695" y="1781810"/>
            <a:ext cx="1893570" cy="867410"/>
            <a:chOff x="8129" y="3538"/>
            <a:chExt cx="3450" cy="1580"/>
          </a:xfrm>
        </p:grpSpPr>
        <p:grpSp>
          <p:nvGrpSpPr>
            <p:cNvPr id="52" name="组合 51"/>
            <p:cNvGrpSpPr/>
            <p:nvPr>
              <p:custDataLst>
                <p:tags r:id="rId21"/>
              </p:custDataLst>
            </p:nvPr>
          </p:nvGrpSpPr>
          <p:grpSpPr>
            <a:xfrm rot="0">
              <a:off x="8129" y="3538"/>
              <a:ext cx="3450" cy="1580"/>
              <a:chOff x="6118" y="4645"/>
              <a:chExt cx="4117" cy="1886"/>
            </a:xfrm>
          </p:grpSpPr>
          <p:sp>
            <p:nvSpPr>
              <p:cNvPr id="53" name="圆角矩形 52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62" y="5202"/>
                <a:ext cx="2573" cy="806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聚类</a:t>
                </a:r>
                <a:endPara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endParaRPr>
              </a:p>
            </p:txBody>
          </p:sp>
          <p:sp>
            <p:nvSpPr>
              <p:cNvPr id="54" name="圆角矩形 53"/>
              <p:cNvSpPr/>
              <p:nvPr>
                <p:custDataLst>
                  <p:tags r:id="rId23"/>
                </p:custDataLst>
              </p:nvPr>
            </p:nvSpPr>
            <p:spPr>
              <a:xfrm>
                <a:off x="6118" y="4645"/>
                <a:ext cx="1817" cy="188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8" name="图片 37" descr="两组人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8179" y="3678"/>
              <a:ext cx="1440" cy="1440"/>
            </a:xfrm>
            <a:prstGeom prst="rect">
              <a:avLst/>
            </a:prstGeom>
          </p:spPr>
        </p:pic>
      </p:grpSp>
      <p:grpSp>
        <p:nvGrpSpPr>
          <p:cNvPr id="72" name="组合 71"/>
          <p:cNvGrpSpPr/>
          <p:nvPr>
            <p:custDataLst>
              <p:tags r:id="rId27"/>
            </p:custDataLst>
          </p:nvPr>
        </p:nvGrpSpPr>
        <p:grpSpPr>
          <a:xfrm>
            <a:off x="7429500" y="1781810"/>
            <a:ext cx="2049780" cy="867410"/>
            <a:chOff x="11698" y="3806"/>
            <a:chExt cx="3228" cy="1366"/>
          </a:xfrm>
        </p:grpSpPr>
        <p:grpSp>
          <p:nvGrpSpPr>
            <p:cNvPr id="60" name="组合 59"/>
            <p:cNvGrpSpPr/>
            <p:nvPr/>
          </p:nvGrpSpPr>
          <p:grpSpPr>
            <a:xfrm rot="0">
              <a:off x="11698" y="3806"/>
              <a:ext cx="3228" cy="1366"/>
              <a:chOff x="6118" y="4645"/>
              <a:chExt cx="4457" cy="1886"/>
            </a:xfrm>
          </p:grpSpPr>
          <p:sp>
            <p:nvSpPr>
              <p:cNvPr id="61" name="圆角矩形 60"/>
              <p:cNvSpPr/>
              <p:nvPr>
                <p:custDataLst>
                  <p:tags r:id="rId28"/>
                </p:custDataLst>
              </p:nvPr>
            </p:nvSpPr>
            <p:spPr>
              <a:xfrm>
                <a:off x="7662" y="5201"/>
                <a:ext cx="2913" cy="806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关联</a:t>
                </a:r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分析</a:t>
                </a:r>
                <a:endPara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endParaRPr>
              </a:p>
            </p:txBody>
          </p:sp>
          <p:sp>
            <p:nvSpPr>
              <p:cNvPr id="62" name="圆角矩形 61"/>
              <p:cNvSpPr/>
              <p:nvPr>
                <p:custDataLst>
                  <p:tags r:id="rId29"/>
                </p:custDataLst>
              </p:nvPr>
            </p:nvSpPr>
            <p:spPr>
              <a:xfrm>
                <a:off x="6118" y="4645"/>
                <a:ext cx="1817" cy="188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69" name="图片 68" descr="关联性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11788" y="3898"/>
              <a:ext cx="1152" cy="1152"/>
            </a:xfrm>
            <a:prstGeom prst="rect">
              <a:avLst/>
            </a:prstGeom>
          </p:spPr>
        </p:pic>
      </p:grpSp>
      <p:grpSp>
        <p:nvGrpSpPr>
          <p:cNvPr id="73" name="组合 72"/>
          <p:cNvGrpSpPr/>
          <p:nvPr>
            <p:custDataLst>
              <p:tags r:id="rId33"/>
            </p:custDataLst>
          </p:nvPr>
        </p:nvGrpSpPr>
        <p:grpSpPr>
          <a:xfrm>
            <a:off x="9962515" y="1781810"/>
            <a:ext cx="2122170" cy="867410"/>
            <a:chOff x="15549" y="3752"/>
            <a:chExt cx="3342" cy="1366"/>
          </a:xfrm>
        </p:grpSpPr>
        <p:grpSp>
          <p:nvGrpSpPr>
            <p:cNvPr id="65" name="组合 64"/>
            <p:cNvGrpSpPr/>
            <p:nvPr/>
          </p:nvGrpSpPr>
          <p:grpSpPr>
            <a:xfrm rot="0">
              <a:off x="15549" y="3752"/>
              <a:ext cx="3343" cy="1366"/>
              <a:chOff x="6118" y="4645"/>
              <a:chExt cx="4616" cy="1886"/>
            </a:xfrm>
          </p:grpSpPr>
          <p:sp>
            <p:nvSpPr>
              <p:cNvPr id="66" name="圆角矩形 65"/>
              <p:cNvSpPr/>
              <p:nvPr>
                <p:custDataLst>
                  <p:tags r:id="rId34"/>
                </p:custDataLst>
              </p:nvPr>
            </p:nvSpPr>
            <p:spPr>
              <a:xfrm>
                <a:off x="7662" y="5201"/>
                <a:ext cx="3072" cy="806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异常</a:t>
                </a:r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检测</a:t>
                </a:r>
                <a:endPara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endParaRPr>
              </a:p>
            </p:txBody>
          </p:sp>
          <p:sp>
            <p:nvSpPr>
              <p:cNvPr id="67" name="圆角矩形 66"/>
              <p:cNvSpPr/>
              <p:nvPr>
                <p:custDataLst>
                  <p:tags r:id="rId35"/>
                </p:custDataLst>
              </p:nvPr>
            </p:nvSpPr>
            <p:spPr>
              <a:xfrm>
                <a:off x="6118" y="4645"/>
                <a:ext cx="1817" cy="188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71" name="图片 70" descr="经营异常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5615" y="3873"/>
              <a:ext cx="1133" cy="1133"/>
            </a:xfrm>
            <a:prstGeom prst="rect">
              <a:avLst/>
            </a:prstGeom>
          </p:spPr>
        </p:pic>
      </p:grpSp>
      <p:sp>
        <p:nvSpPr>
          <p:cNvPr id="81" name="圆角矩形 80"/>
          <p:cNvSpPr/>
          <p:nvPr>
            <p:custDataLst>
              <p:tags r:id="rId39"/>
            </p:custDataLst>
          </p:nvPr>
        </p:nvSpPr>
        <p:spPr>
          <a:xfrm>
            <a:off x="243205" y="3168015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引例</a:t>
            </a:r>
            <a:r>
              <a:rPr lang="en-US" altLang="zh-CN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-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图像分类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82" name="圆角矩形 81"/>
          <p:cNvSpPr/>
          <p:nvPr>
            <p:custDataLst>
              <p:tags r:id="rId40"/>
            </p:custDataLst>
          </p:nvPr>
        </p:nvSpPr>
        <p:spPr>
          <a:xfrm>
            <a:off x="243205" y="3773805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支持向量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机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83" name="圆角矩形 82"/>
          <p:cNvSpPr/>
          <p:nvPr>
            <p:custDataLst>
              <p:tags r:id="rId41"/>
            </p:custDataLst>
          </p:nvPr>
        </p:nvSpPr>
        <p:spPr>
          <a:xfrm>
            <a:off x="243205" y="4379595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卷积神经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网络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84" name="圆角矩形 83"/>
          <p:cNvSpPr/>
          <p:nvPr>
            <p:custDataLst>
              <p:tags r:id="rId42"/>
            </p:custDataLst>
          </p:nvPr>
        </p:nvSpPr>
        <p:spPr>
          <a:xfrm>
            <a:off x="243205" y="4985385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Transformer</a:t>
            </a:r>
            <a:endParaRPr lang="en-US" altLang="zh-CN" sz="20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84455" y="5777865"/>
            <a:ext cx="2284730" cy="867410"/>
            <a:chOff x="265" y="8674"/>
            <a:chExt cx="3598" cy="1366"/>
          </a:xfrm>
        </p:grpSpPr>
        <p:grpSp>
          <p:nvGrpSpPr>
            <p:cNvPr id="86" name="组合 85"/>
            <p:cNvGrpSpPr/>
            <p:nvPr/>
          </p:nvGrpSpPr>
          <p:grpSpPr>
            <a:xfrm rot="0">
              <a:off x="265" y="8674"/>
              <a:ext cx="3598" cy="1366"/>
              <a:chOff x="6118" y="4645"/>
              <a:chExt cx="4967" cy="1886"/>
            </a:xfrm>
          </p:grpSpPr>
          <p:sp>
            <p:nvSpPr>
              <p:cNvPr id="87" name="圆角矩形 86"/>
              <p:cNvSpPr/>
              <p:nvPr>
                <p:custDataLst>
                  <p:tags r:id="rId43"/>
                </p:custDataLst>
              </p:nvPr>
            </p:nvSpPr>
            <p:spPr>
              <a:xfrm>
                <a:off x="7662" y="5201"/>
                <a:ext cx="3423" cy="806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皮肤病</a:t>
                </a:r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诊断</a:t>
                </a:r>
                <a:endPara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endParaRPr>
              </a:p>
            </p:txBody>
          </p:sp>
          <p:sp>
            <p:nvSpPr>
              <p:cNvPr id="88" name="圆角矩形 87"/>
              <p:cNvSpPr/>
              <p:nvPr>
                <p:custDataLst>
                  <p:tags r:id="rId44"/>
                </p:custDataLst>
              </p:nvPr>
            </p:nvSpPr>
            <p:spPr>
              <a:xfrm>
                <a:off x="6118" y="4645"/>
                <a:ext cx="1817" cy="188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76" name="https://photo-static-api.fotomore.com/creative/vcg/400/new/VCG41N1219879655.jpg?uid=386&amp;timestamp=1733220879&amp;sign=327be3f01ba3d1ed4fc50e13f26cc6b8" descr="皮肤炎症。皮炎的皮肤。信息图。矢量插图在孤立的背景。"/>
            <p:cNvPicPr>
              <a:picLocks noChangeAspect="1"/>
            </p:cNvPicPr>
            <p:nvPr/>
          </p:nvPicPr>
          <p:blipFill>
            <a:blip r:embed="rId45"/>
            <a:srcRect l="15074" t="4796" r="14565" b="24056"/>
            <a:stretch>
              <a:fillRect/>
            </a:stretch>
          </p:blipFill>
          <p:spPr>
            <a:xfrm>
              <a:off x="282" y="8756"/>
              <a:ext cx="1207" cy="1221"/>
            </a:xfrm>
            <a:prstGeom prst="rect">
              <a:avLst/>
            </a:prstGeom>
          </p:spPr>
        </p:pic>
      </p:grpSp>
      <p:sp>
        <p:nvSpPr>
          <p:cNvPr id="100" name="圆角矩形 99"/>
          <p:cNvSpPr/>
          <p:nvPr>
            <p:custDataLst>
              <p:tags r:id="rId46"/>
            </p:custDataLst>
          </p:nvPr>
        </p:nvSpPr>
        <p:spPr>
          <a:xfrm>
            <a:off x="2558415" y="317754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引例</a:t>
            </a:r>
            <a:r>
              <a:rPr lang="en-US" altLang="zh-CN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-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房价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预测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01" name="圆角矩形 100"/>
          <p:cNvSpPr/>
          <p:nvPr>
            <p:custDataLst>
              <p:tags r:id="rId47"/>
            </p:custDataLst>
          </p:nvPr>
        </p:nvSpPr>
        <p:spPr>
          <a:xfrm>
            <a:off x="2558415" y="378333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线性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回归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02" name="圆角矩形 101"/>
          <p:cNvSpPr/>
          <p:nvPr>
            <p:custDataLst>
              <p:tags r:id="rId48"/>
            </p:custDataLst>
          </p:nvPr>
        </p:nvSpPr>
        <p:spPr>
          <a:xfrm>
            <a:off x="2558415" y="438912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正则化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回归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03" name="圆角矩形 102"/>
          <p:cNvSpPr/>
          <p:nvPr>
            <p:custDataLst>
              <p:tags r:id="rId49"/>
            </p:custDataLst>
          </p:nvPr>
        </p:nvSpPr>
        <p:spPr>
          <a:xfrm>
            <a:off x="2558415" y="499491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时序</a:t>
            </a:r>
            <a:r>
              <a: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回归</a:t>
            </a:r>
            <a:endParaRPr lang="zh-CN" altLang="en-US" sz="20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08" name="圆角矩形 107"/>
          <p:cNvSpPr/>
          <p:nvPr>
            <p:custDataLst>
              <p:tags r:id="rId50"/>
            </p:custDataLst>
          </p:nvPr>
        </p:nvSpPr>
        <p:spPr>
          <a:xfrm>
            <a:off x="4930775" y="317754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引例</a:t>
            </a:r>
            <a:r>
              <a:rPr lang="en-US" altLang="zh-CN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-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聚类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分析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09" name="圆角矩形 108"/>
          <p:cNvSpPr/>
          <p:nvPr>
            <p:custDataLst>
              <p:tags r:id="rId51"/>
            </p:custDataLst>
          </p:nvPr>
        </p:nvSpPr>
        <p:spPr>
          <a:xfrm>
            <a:off x="4930775" y="378333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K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均值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聚类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10" name="圆角矩形 109"/>
          <p:cNvSpPr/>
          <p:nvPr>
            <p:custDataLst>
              <p:tags r:id="rId52"/>
            </p:custDataLst>
          </p:nvPr>
        </p:nvSpPr>
        <p:spPr>
          <a:xfrm>
            <a:off x="4930775" y="438912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层次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聚类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11" name="圆角矩形 110"/>
          <p:cNvSpPr/>
          <p:nvPr>
            <p:custDataLst>
              <p:tags r:id="rId53"/>
            </p:custDataLst>
          </p:nvPr>
        </p:nvSpPr>
        <p:spPr>
          <a:xfrm>
            <a:off x="4930775" y="499491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图</a:t>
            </a:r>
            <a:r>
              <a: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聚类</a:t>
            </a:r>
            <a:endParaRPr lang="zh-CN" altLang="en-US" sz="20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12" name="圆角矩形 111"/>
          <p:cNvSpPr/>
          <p:nvPr>
            <p:custDataLst>
              <p:tags r:id="rId54"/>
            </p:custDataLst>
          </p:nvPr>
        </p:nvSpPr>
        <p:spPr>
          <a:xfrm>
            <a:off x="7375525" y="317754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引例</a:t>
            </a:r>
            <a:r>
              <a:rPr lang="en-US" altLang="zh-CN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-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购物篮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13" name="圆角矩形 112"/>
          <p:cNvSpPr/>
          <p:nvPr>
            <p:custDataLst>
              <p:tags r:id="rId55"/>
            </p:custDataLst>
          </p:nvPr>
        </p:nvSpPr>
        <p:spPr>
          <a:xfrm>
            <a:off x="7375525" y="378333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Apriori</a:t>
            </a:r>
            <a:endParaRPr lang="en-US" altLang="zh-CN" sz="24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14" name="圆角矩形 113"/>
          <p:cNvSpPr/>
          <p:nvPr>
            <p:custDataLst>
              <p:tags r:id="rId56"/>
            </p:custDataLst>
          </p:nvPr>
        </p:nvSpPr>
        <p:spPr>
          <a:xfrm>
            <a:off x="7375525" y="438912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FP-Growth</a:t>
            </a:r>
            <a:endParaRPr lang="en-US" altLang="zh-CN" sz="24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15" name="圆角矩形 114"/>
          <p:cNvSpPr/>
          <p:nvPr>
            <p:custDataLst>
              <p:tags r:id="rId57"/>
            </p:custDataLst>
          </p:nvPr>
        </p:nvSpPr>
        <p:spPr>
          <a:xfrm>
            <a:off x="7375525" y="499491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图神经</a:t>
            </a:r>
            <a:r>
              <a: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网络</a:t>
            </a:r>
            <a:endParaRPr lang="zh-CN" altLang="en-US" sz="20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16" name="圆角矩形 115"/>
          <p:cNvSpPr/>
          <p:nvPr>
            <p:custDataLst>
              <p:tags r:id="rId58"/>
            </p:custDataLst>
          </p:nvPr>
        </p:nvSpPr>
        <p:spPr>
          <a:xfrm>
            <a:off x="9962515" y="317754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引例</a:t>
            </a:r>
            <a:r>
              <a:rPr lang="en-US" altLang="zh-CN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-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用户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异常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17" name="圆角矩形 116"/>
          <p:cNvSpPr/>
          <p:nvPr>
            <p:custDataLst>
              <p:tags r:id="rId59"/>
            </p:custDataLst>
          </p:nvPr>
        </p:nvSpPr>
        <p:spPr>
          <a:xfrm>
            <a:off x="9962515" y="378333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近邻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法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18" name="圆角矩形 117"/>
          <p:cNvSpPr/>
          <p:nvPr>
            <p:custDataLst>
              <p:tags r:id="rId60"/>
            </p:custDataLst>
          </p:nvPr>
        </p:nvSpPr>
        <p:spPr>
          <a:xfrm>
            <a:off x="9962515" y="438912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自编码</a:t>
            </a:r>
            <a:r>
              <a:rPr lang="zh-CN" altLang="en-US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器</a:t>
            </a:r>
            <a:endParaRPr lang="zh-CN" altLang="en-US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sp>
        <p:nvSpPr>
          <p:cNvPr id="119" name="圆角矩形 118"/>
          <p:cNvSpPr/>
          <p:nvPr>
            <p:custDataLst>
              <p:tags r:id="rId61"/>
            </p:custDataLst>
          </p:nvPr>
        </p:nvSpPr>
        <p:spPr>
          <a:xfrm>
            <a:off x="9962515" y="4994910"/>
            <a:ext cx="2015490" cy="37084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密度</a:t>
            </a:r>
            <a:r>
              <a:rPr lang="zh-CN" altLang="en-US" sz="2000">
                <a:solidFill>
                  <a:schemeClr val="tx1"/>
                </a:solidFill>
                <a:latin typeface="兰米粗楷简体" panose="02000503000000000000" charset="-122"/>
                <a:ea typeface="兰米粗楷简体" panose="02000503000000000000" charset="-122"/>
              </a:rPr>
              <a:t>法</a:t>
            </a:r>
            <a:endParaRPr lang="zh-CN" altLang="en-US" sz="2000">
              <a:solidFill>
                <a:schemeClr val="tx1"/>
              </a:solidFill>
              <a:latin typeface="兰米粗楷简体" panose="02000503000000000000" charset="-122"/>
              <a:ea typeface="兰米粗楷简体" panose="02000503000000000000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2468245" y="5777865"/>
            <a:ext cx="2284730" cy="867410"/>
            <a:chOff x="4046" y="9062"/>
            <a:chExt cx="3598" cy="1366"/>
          </a:xfrm>
        </p:grpSpPr>
        <p:grpSp>
          <p:nvGrpSpPr>
            <p:cNvPr id="92" name="组合 91"/>
            <p:cNvGrpSpPr/>
            <p:nvPr/>
          </p:nvGrpSpPr>
          <p:grpSpPr>
            <a:xfrm rot="0">
              <a:off x="4046" y="9062"/>
              <a:ext cx="3598" cy="1366"/>
              <a:chOff x="6118" y="4645"/>
              <a:chExt cx="4967" cy="1886"/>
            </a:xfrm>
          </p:grpSpPr>
          <p:sp>
            <p:nvSpPr>
              <p:cNvPr id="93" name="圆角矩形 92"/>
              <p:cNvSpPr/>
              <p:nvPr>
                <p:custDataLst>
                  <p:tags r:id="rId62"/>
                </p:custDataLst>
              </p:nvPr>
            </p:nvSpPr>
            <p:spPr>
              <a:xfrm>
                <a:off x="7662" y="5201"/>
                <a:ext cx="3423" cy="806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股价</a:t>
                </a:r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预测</a:t>
                </a:r>
                <a:endPara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endParaRPr>
              </a:p>
            </p:txBody>
          </p:sp>
          <p:sp>
            <p:nvSpPr>
              <p:cNvPr id="94" name="圆角矩形 93"/>
              <p:cNvSpPr/>
              <p:nvPr>
                <p:custDataLst>
                  <p:tags r:id="rId63"/>
                </p:custDataLst>
              </p:nvPr>
            </p:nvSpPr>
            <p:spPr>
              <a:xfrm>
                <a:off x="6118" y="4645"/>
                <a:ext cx="1817" cy="188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77" name="图片 76" descr="方形"/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4114" y="9099"/>
              <a:ext cx="1284" cy="1284"/>
            </a:xfrm>
            <a:prstGeom prst="rect">
              <a:avLst/>
            </a:prstGeom>
          </p:spPr>
        </p:pic>
      </p:grpSp>
      <p:grpSp>
        <p:nvGrpSpPr>
          <p:cNvPr id="129" name="组合 128"/>
          <p:cNvGrpSpPr/>
          <p:nvPr/>
        </p:nvGrpSpPr>
        <p:grpSpPr>
          <a:xfrm>
            <a:off x="4919345" y="5777865"/>
            <a:ext cx="2284730" cy="867410"/>
            <a:chOff x="7491" y="9099"/>
            <a:chExt cx="3598" cy="1366"/>
          </a:xfrm>
        </p:grpSpPr>
        <p:grpSp>
          <p:nvGrpSpPr>
            <p:cNvPr id="122" name="组合 121"/>
            <p:cNvGrpSpPr/>
            <p:nvPr/>
          </p:nvGrpSpPr>
          <p:grpSpPr>
            <a:xfrm rot="0">
              <a:off x="7491" y="9099"/>
              <a:ext cx="3598" cy="1366"/>
              <a:chOff x="6118" y="4645"/>
              <a:chExt cx="4967" cy="1886"/>
            </a:xfrm>
          </p:grpSpPr>
          <p:sp>
            <p:nvSpPr>
              <p:cNvPr id="123" name="圆角矩形 122"/>
              <p:cNvSpPr/>
              <p:nvPr>
                <p:custDataLst>
                  <p:tags r:id="rId66"/>
                </p:custDataLst>
              </p:nvPr>
            </p:nvSpPr>
            <p:spPr>
              <a:xfrm>
                <a:off x="7662" y="5201"/>
                <a:ext cx="3423" cy="806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单细胞</a:t>
                </a:r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聚类</a:t>
                </a:r>
                <a:endPara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endParaRPr>
              </a:p>
            </p:txBody>
          </p:sp>
          <p:sp>
            <p:nvSpPr>
              <p:cNvPr id="124" name="圆角矩形 123"/>
              <p:cNvSpPr/>
              <p:nvPr>
                <p:custDataLst>
                  <p:tags r:id="rId67"/>
                </p:custDataLst>
              </p:nvPr>
            </p:nvSpPr>
            <p:spPr>
              <a:xfrm>
                <a:off x="6118" y="4645"/>
                <a:ext cx="1817" cy="188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78" name="图片 77" descr="单细胞生物"/>
            <p:cNvPicPr>
              <a:picLocks noChangeAspect="1"/>
            </p:cNvPicPr>
            <p:nvPr/>
          </p:nvPicPr>
          <p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/>
            </a:stretch>
          </p:blipFill>
          <p:spPr>
            <a:xfrm>
              <a:off x="7641" y="9158"/>
              <a:ext cx="1166" cy="1166"/>
            </a:xfrm>
            <a:prstGeom prst="rect">
              <a:avLst/>
            </a:prstGeom>
          </p:spPr>
        </p:pic>
      </p:grpSp>
      <p:grpSp>
        <p:nvGrpSpPr>
          <p:cNvPr id="130" name="组合 129"/>
          <p:cNvGrpSpPr/>
          <p:nvPr/>
        </p:nvGrpSpPr>
        <p:grpSpPr>
          <a:xfrm>
            <a:off x="7359650" y="5777865"/>
            <a:ext cx="2284730" cy="867410"/>
            <a:chOff x="11330" y="9099"/>
            <a:chExt cx="3598" cy="1366"/>
          </a:xfrm>
        </p:grpSpPr>
        <p:grpSp>
          <p:nvGrpSpPr>
            <p:cNvPr id="126" name="组合 125"/>
            <p:cNvGrpSpPr/>
            <p:nvPr/>
          </p:nvGrpSpPr>
          <p:grpSpPr>
            <a:xfrm rot="0">
              <a:off x="11330" y="9099"/>
              <a:ext cx="3598" cy="1366"/>
              <a:chOff x="6118" y="4645"/>
              <a:chExt cx="4967" cy="1886"/>
            </a:xfrm>
          </p:grpSpPr>
          <p:sp>
            <p:nvSpPr>
              <p:cNvPr id="127" name="圆角矩形 126"/>
              <p:cNvSpPr/>
              <p:nvPr>
                <p:custDataLst>
                  <p:tags r:id="rId70"/>
                </p:custDataLst>
              </p:nvPr>
            </p:nvSpPr>
            <p:spPr>
              <a:xfrm>
                <a:off x="7662" y="5201"/>
                <a:ext cx="3423" cy="806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商品</a:t>
                </a:r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关联</a:t>
                </a:r>
                <a:endPara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endParaRPr>
              </a:p>
            </p:txBody>
          </p:sp>
          <p:sp>
            <p:nvSpPr>
              <p:cNvPr id="128" name="圆角矩形 127"/>
              <p:cNvSpPr/>
              <p:nvPr>
                <p:custDataLst>
                  <p:tags r:id="rId71"/>
                </p:custDataLst>
              </p:nvPr>
            </p:nvSpPr>
            <p:spPr>
              <a:xfrm>
                <a:off x="6118" y="4645"/>
                <a:ext cx="1817" cy="188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79" name="图片 78" descr="电商"/>
            <p:cNvPicPr>
              <a:picLocks noChangeAspect="1"/>
            </p:cNvPicPr>
            <p:nvPr/>
          </p:nvPicPr>
          <p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p:blipFill>
          <p:spPr>
            <a:xfrm>
              <a:off x="11464" y="9218"/>
              <a:ext cx="1165" cy="1165"/>
            </a:xfrm>
            <a:prstGeom prst="rect">
              <a:avLst/>
            </a:prstGeom>
          </p:spPr>
        </p:pic>
      </p:grpSp>
      <p:grpSp>
        <p:nvGrpSpPr>
          <p:cNvPr id="136" name="组合 135"/>
          <p:cNvGrpSpPr/>
          <p:nvPr/>
        </p:nvGrpSpPr>
        <p:grpSpPr>
          <a:xfrm>
            <a:off x="9810750" y="5777865"/>
            <a:ext cx="2284730" cy="867410"/>
            <a:chOff x="15434" y="9099"/>
            <a:chExt cx="3598" cy="1366"/>
          </a:xfrm>
        </p:grpSpPr>
        <p:grpSp>
          <p:nvGrpSpPr>
            <p:cNvPr id="132" name="组合 131"/>
            <p:cNvGrpSpPr/>
            <p:nvPr/>
          </p:nvGrpSpPr>
          <p:grpSpPr>
            <a:xfrm rot="0">
              <a:off x="15434" y="9099"/>
              <a:ext cx="3598" cy="1366"/>
              <a:chOff x="6118" y="4645"/>
              <a:chExt cx="4967" cy="1886"/>
            </a:xfrm>
          </p:grpSpPr>
          <p:sp>
            <p:nvSpPr>
              <p:cNvPr id="133" name="圆角矩形 132"/>
              <p:cNvSpPr/>
              <p:nvPr>
                <p:custDataLst>
                  <p:tags r:id="rId74"/>
                </p:custDataLst>
              </p:nvPr>
            </p:nvSpPr>
            <p:spPr>
              <a:xfrm>
                <a:off x="7662" y="5201"/>
                <a:ext cx="3423" cy="806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农业</a:t>
                </a:r>
                <a:r>
                  <a:rPr lang="zh-CN" altLang="en-US" sz="2000">
                    <a:solidFill>
                      <a:schemeClr val="tx1"/>
                    </a:solidFill>
                    <a:latin typeface="兰米粗楷简体" panose="02000503000000000000" charset="-122"/>
                    <a:ea typeface="兰米粗楷简体" panose="02000503000000000000" charset="-122"/>
                  </a:rPr>
                  <a:t>检测</a:t>
                </a:r>
                <a:endParaRPr lang="zh-CN" altLang="en-US" sz="2000">
                  <a:solidFill>
                    <a:schemeClr val="tx1"/>
                  </a:solidFill>
                  <a:latin typeface="兰米粗楷简体" panose="02000503000000000000" charset="-122"/>
                  <a:ea typeface="兰米粗楷简体" panose="02000503000000000000" charset="-122"/>
                </a:endParaRPr>
              </a:p>
            </p:txBody>
          </p:sp>
          <p:sp>
            <p:nvSpPr>
              <p:cNvPr id="134" name="圆角矩形 133"/>
              <p:cNvSpPr/>
              <p:nvPr>
                <p:custDataLst>
                  <p:tags r:id="rId75"/>
                </p:custDataLst>
              </p:nvPr>
            </p:nvSpPr>
            <p:spPr>
              <a:xfrm>
                <a:off x="6118" y="4645"/>
                <a:ext cx="1817" cy="188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80" name="图片 79" descr="农业"/>
            <p:cNvPicPr>
              <a:picLocks noChangeAspect="1"/>
            </p:cNvPicPr>
            <p:nvPr/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15553" y="9148"/>
              <a:ext cx="1133" cy="1133"/>
            </a:xfrm>
            <a:prstGeom prst="rect">
              <a:avLst/>
            </a:prstGeom>
          </p:spPr>
        </p:pic>
      </p:grpSp>
      <p:sp>
        <p:nvSpPr>
          <p:cNvPr id="141" name="左中括号 140"/>
          <p:cNvSpPr/>
          <p:nvPr/>
        </p:nvSpPr>
        <p:spPr>
          <a:xfrm rot="5400000">
            <a:off x="3449955" y="-1638935"/>
            <a:ext cx="276225" cy="6579235"/>
          </a:xfrm>
          <a:prstGeom prst="leftBracket">
            <a:avLst>
              <a:gd name="adj" fmla="val 117471"/>
            </a:avLst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左中括号 141"/>
          <p:cNvSpPr/>
          <p:nvPr/>
        </p:nvSpPr>
        <p:spPr>
          <a:xfrm rot="5400000">
            <a:off x="9620250" y="-683260"/>
            <a:ext cx="276225" cy="4655185"/>
          </a:xfrm>
          <a:prstGeom prst="leftBracket">
            <a:avLst>
              <a:gd name="adj" fmla="val 117471"/>
            </a:avLst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4" name="下箭头 143"/>
          <p:cNvSpPr/>
          <p:nvPr/>
        </p:nvSpPr>
        <p:spPr>
          <a:xfrm>
            <a:off x="1165860" y="270891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5" name="下箭头 144"/>
          <p:cNvSpPr/>
          <p:nvPr/>
        </p:nvSpPr>
        <p:spPr>
          <a:xfrm>
            <a:off x="3511550" y="270891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6" name="下箭头 145"/>
          <p:cNvSpPr/>
          <p:nvPr/>
        </p:nvSpPr>
        <p:spPr>
          <a:xfrm>
            <a:off x="5815965" y="270891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7" name="下箭头 146"/>
          <p:cNvSpPr/>
          <p:nvPr/>
        </p:nvSpPr>
        <p:spPr>
          <a:xfrm>
            <a:off x="8305165" y="270891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8" name="下箭头 147"/>
          <p:cNvSpPr/>
          <p:nvPr/>
        </p:nvSpPr>
        <p:spPr>
          <a:xfrm>
            <a:off x="10891520" y="270891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9" name="下箭头 148"/>
          <p:cNvSpPr/>
          <p:nvPr/>
        </p:nvSpPr>
        <p:spPr>
          <a:xfrm>
            <a:off x="1165860" y="541401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0" name="下箭头 149"/>
          <p:cNvSpPr/>
          <p:nvPr/>
        </p:nvSpPr>
        <p:spPr>
          <a:xfrm>
            <a:off x="3511550" y="541401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1" name="下箭头 150"/>
          <p:cNvSpPr/>
          <p:nvPr/>
        </p:nvSpPr>
        <p:spPr>
          <a:xfrm>
            <a:off x="5888355" y="5419725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下箭头 151"/>
          <p:cNvSpPr/>
          <p:nvPr/>
        </p:nvSpPr>
        <p:spPr>
          <a:xfrm>
            <a:off x="8305165" y="541401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3" name="下箭头 152"/>
          <p:cNvSpPr/>
          <p:nvPr/>
        </p:nvSpPr>
        <p:spPr>
          <a:xfrm>
            <a:off x="10928985" y="5414010"/>
            <a:ext cx="156845" cy="41592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9,&quot;left&quot;:209.9,&quot;top&quot;:104.5,&quot;width&quot;:570.15}"/>
</p:tagLst>
</file>

<file path=ppt/tags/tag2.xml><?xml version="1.0" encoding="utf-8"?>
<p:tagLst xmlns:p="http://schemas.openxmlformats.org/presentationml/2006/main">
  <p:tag name="KSO_WM_DIAGRAM_VIRTUALLY_FRAME" val="{&quot;height&quot;:249,&quot;left&quot;:209.9,&quot;top&quot;:104.5,&quot;width&quot;:570.15}"/>
</p:tagLst>
</file>

<file path=ppt/tags/tag3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6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7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8.xml><?xml version="1.0" encoding="utf-8"?>
<p:tagLst xmlns:p="http://schemas.openxmlformats.org/presentationml/2006/main">
  <p:tag name="KSO_WM_DIAGRAM_VIRTUALLY_FRAME" val="{&quot;height&quot;:81.25,&quot;left&quot;:35.44999999999999,&quot;top&quot;:174.65,&quot;width&quot;:546.3}"/>
</p:tagLst>
</file>

<file path=ppt/tags/tag9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0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1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2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3.xml><?xml version="1.0" encoding="utf-8"?>
<p:tagLst xmlns:p="http://schemas.openxmlformats.org/presentationml/2006/main">
  <p:tag name="KSO_WM_DIAGRAM_VIRTUALLY_FRAME" val="{&quot;height&quot;:81.25,&quot;left&quot;:35.44999999999999,&quot;top&quot;:174.65,&quot;width&quot;:546.3}"/>
</p:tagLst>
</file>

<file path=ppt/tags/tag14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5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6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7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8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19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0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1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2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3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4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5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6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7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8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29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0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1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2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3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4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5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6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7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8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39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0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1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2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3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4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5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6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7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8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49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0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1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2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3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4.xml><?xml version="1.0" encoding="utf-8"?>
<p:tagLst xmlns:p="http://schemas.openxmlformats.org/presentationml/2006/main">
  <p:tag name="KSO_WM_DIAGRAM_VIRTUALLY_FRAME" val="{&quot;height&quot;:103,&quot;left&quot;:23.55,&quot;top&quot;:155.6,&quot;width&quot;:928}"/>
</p:tagLst>
</file>

<file path=ppt/tags/tag55.xml><?xml version="1.0" encoding="utf-8"?>
<p:tagLst xmlns:p="http://schemas.openxmlformats.org/presentationml/2006/main">
  <p:tag name="resource_record_key" val="{&quot;10&quot;:[21538076,21562633,21601085,21584647,21579370,21548478,3506593,21594572,50008868,21584748,20258059,19984064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WPS 演示</Application>
  <PresentationFormat>宽屏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兰米粗楷简体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毛浚彬</cp:lastModifiedBy>
  <cp:revision>5</cp:revision>
  <dcterms:created xsi:type="dcterms:W3CDTF">2023-08-09T12:44:00Z</dcterms:created>
  <dcterms:modified xsi:type="dcterms:W3CDTF">2024-12-11T10:06:38Z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268AFABD6E2F404892C2558F01C5BF4A_13</vt:lpwstr>
  </property>
  <property fmtid="{D5CDD505-2E9C-101B-9397-08002B2CF9AE}" pid="3" name="KSOProductBuildVer">
    <vt:lpwstr>2052-12.1.0.19302</vt:lpwstr>
  </property>
</Properties>
</file>