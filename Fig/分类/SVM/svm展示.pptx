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863981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B15928"/>
    <a:srgbClr val="A95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80018" y="1122363"/>
            <a:ext cx="6480111" cy="2387600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80018" y="3602038"/>
            <a:ext cx="6480111" cy="1655762"/>
          </a:xfrm>
        </p:spPr>
        <p:txBody>
          <a:bodyPr/>
          <a:lstStyle>
            <a:lvl1pPr marL="0" indent="0" algn="ctr">
              <a:buNone/>
              <a:defRPr sz="2265"/>
            </a:lvl1pPr>
            <a:lvl2pPr marL="432435" indent="0" algn="ctr">
              <a:buNone/>
              <a:defRPr sz="1890"/>
            </a:lvl2pPr>
            <a:lvl3pPr marL="863600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8470" indent="0" algn="ctr">
              <a:buNone/>
              <a:defRPr sz="1510"/>
            </a:lvl5pPr>
            <a:lvl6pPr marL="2159635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4505" indent="0" algn="ctr">
              <a:buNone/>
              <a:defRPr sz="1510"/>
            </a:lvl8pPr>
            <a:lvl9pPr marL="3455670" indent="0" algn="ctr">
              <a:buNone/>
              <a:defRPr sz="151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9510" y="1709738"/>
            <a:ext cx="7452127" cy="2852737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9510" y="4589463"/>
            <a:ext cx="7452127" cy="1500187"/>
          </a:xfrm>
        </p:spPr>
        <p:txBody>
          <a:bodyPr/>
          <a:lstStyle>
            <a:lvl1pPr marL="0" indent="0">
              <a:buNone/>
              <a:defRPr sz="2265">
                <a:solidFill>
                  <a:schemeClr val="tx1">
                    <a:tint val="75000"/>
                  </a:schemeClr>
                </a:solidFill>
              </a:defRPr>
            </a:lvl1pPr>
            <a:lvl2pPr marL="43243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360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2960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4pPr>
            <a:lvl5pPr marL="17284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5pPr>
            <a:lvl6pPr marL="21596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6pPr>
            <a:lvl7pPr marL="25920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7pPr>
            <a:lvl8pPr marL="302450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8pPr>
            <a:lvl9pPr marL="34556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94010" y="1825625"/>
            <a:ext cx="3672063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74075" y="1825625"/>
            <a:ext cx="3672063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5136" y="365125"/>
            <a:ext cx="745212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95136" y="1681163"/>
            <a:ext cx="3655187" cy="823912"/>
          </a:xfrm>
        </p:spPr>
        <p:txBody>
          <a:bodyPr anchor="b"/>
          <a:lstStyle>
            <a:lvl1pPr marL="0" indent="0">
              <a:buNone/>
              <a:defRPr sz="2265" b="1"/>
            </a:lvl1pPr>
            <a:lvl2pPr marL="432435" indent="0">
              <a:buNone/>
              <a:defRPr sz="1890" b="1"/>
            </a:lvl2pPr>
            <a:lvl3pPr marL="863600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59635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5670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5136" y="2505075"/>
            <a:ext cx="36551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374075" y="1681163"/>
            <a:ext cx="3673188" cy="823912"/>
          </a:xfrm>
        </p:spPr>
        <p:txBody>
          <a:bodyPr anchor="b"/>
          <a:lstStyle>
            <a:lvl1pPr marL="0" indent="0">
              <a:buNone/>
              <a:defRPr sz="2265" b="1"/>
            </a:lvl1pPr>
            <a:lvl2pPr marL="432435" indent="0">
              <a:buNone/>
              <a:defRPr sz="1890" b="1"/>
            </a:lvl2pPr>
            <a:lvl3pPr marL="863600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59635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5670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374075" y="2505075"/>
            <a:ext cx="367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5136" y="457200"/>
            <a:ext cx="2786672" cy="1600200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3188" y="987425"/>
            <a:ext cx="4374075" cy="4873625"/>
          </a:xfrm>
        </p:spPr>
        <p:txBody>
          <a:bodyPr/>
          <a:lstStyle>
            <a:lvl1pPr>
              <a:defRPr sz="3025"/>
            </a:lvl1pPr>
            <a:lvl2pPr>
              <a:defRPr sz="2645"/>
            </a:lvl2pPr>
            <a:lvl3pPr>
              <a:defRPr sz="2265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95136" y="2057400"/>
            <a:ext cx="2786672" cy="3811588"/>
          </a:xfrm>
        </p:spPr>
        <p:txBody>
          <a:bodyPr/>
          <a:lstStyle>
            <a:lvl1pPr marL="0" indent="0">
              <a:buNone/>
              <a:defRPr sz="1510"/>
            </a:lvl1pPr>
            <a:lvl2pPr marL="432435" indent="0">
              <a:buNone/>
              <a:defRPr sz="1325"/>
            </a:lvl2pPr>
            <a:lvl3pPr marL="863600" indent="0">
              <a:buNone/>
              <a:defRPr sz="1135"/>
            </a:lvl3pPr>
            <a:lvl4pPr marL="1296035" indent="0">
              <a:buNone/>
              <a:defRPr sz="945"/>
            </a:lvl4pPr>
            <a:lvl5pPr marL="1728470" indent="0">
              <a:buNone/>
              <a:defRPr sz="945"/>
            </a:lvl5pPr>
            <a:lvl6pPr marL="2159635" indent="0">
              <a:buNone/>
              <a:defRPr sz="945"/>
            </a:lvl6pPr>
            <a:lvl7pPr marL="2592070" indent="0">
              <a:buNone/>
              <a:defRPr sz="945"/>
            </a:lvl7pPr>
            <a:lvl8pPr marL="3024505" indent="0">
              <a:buNone/>
              <a:defRPr sz="945"/>
            </a:lvl8pPr>
            <a:lvl9pPr marL="3455670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5136" y="457200"/>
            <a:ext cx="2786672" cy="1600200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73188" y="987425"/>
            <a:ext cx="4374075" cy="4873625"/>
          </a:xfrm>
        </p:spPr>
        <p:txBody>
          <a:bodyPr/>
          <a:lstStyle>
            <a:lvl1pPr marL="0" indent="0">
              <a:buNone/>
              <a:defRPr sz="3025"/>
            </a:lvl1pPr>
            <a:lvl2pPr marL="432435" indent="0">
              <a:buNone/>
              <a:defRPr sz="2645"/>
            </a:lvl2pPr>
            <a:lvl3pPr marL="863600" indent="0">
              <a:buNone/>
              <a:defRPr sz="2265"/>
            </a:lvl3pPr>
            <a:lvl4pPr marL="1296035" indent="0">
              <a:buNone/>
              <a:defRPr sz="1890"/>
            </a:lvl4pPr>
            <a:lvl5pPr marL="1728470" indent="0">
              <a:buNone/>
              <a:defRPr sz="1890"/>
            </a:lvl5pPr>
            <a:lvl6pPr marL="2159635" indent="0">
              <a:buNone/>
              <a:defRPr sz="1890"/>
            </a:lvl6pPr>
            <a:lvl7pPr marL="2592070" indent="0">
              <a:buNone/>
              <a:defRPr sz="1890"/>
            </a:lvl7pPr>
            <a:lvl8pPr marL="3024505" indent="0">
              <a:buNone/>
              <a:defRPr sz="1890"/>
            </a:lvl8pPr>
            <a:lvl9pPr marL="3455670" indent="0">
              <a:buNone/>
              <a:defRPr sz="18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95136" y="2057400"/>
            <a:ext cx="2786672" cy="3811588"/>
          </a:xfrm>
        </p:spPr>
        <p:txBody>
          <a:bodyPr/>
          <a:lstStyle>
            <a:lvl1pPr marL="0" indent="0">
              <a:buNone/>
              <a:defRPr sz="1510"/>
            </a:lvl1pPr>
            <a:lvl2pPr marL="432435" indent="0">
              <a:buNone/>
              <a:defRPr sz="1325"/>
            </a:lvl2pPr>
            <a:lvl3pPr marL="863600" indent="0">
              <a:buNone/>
              <a:defRPr sz="1135"/>
            </a:lvl3pPr>
            <a:lvl4pPr marL="1296035" indent="0">
              <a:buNone/>
              <a:defRPr sz="945"/>
            </a:lvl4pPr>
            <a:lvl5pPr marL="1728470" indent="0">
              <a:buNone/>
              <a:defRPr sz="945"/>
            </a:lvl5pPr>
            <a:lvl6pPr marL="2159635" indent="0">
              <a:buNone/>
              <a:defRPr sz="945"/>
            </a:lvl6pPr>
            <a:lvl7pPr marL="2592070" indent="0">
              <a:buNone/>
              <a:defRPr sz="945"/>
            </a:lvl7pPr>
            <a:lvl8pPr marL="3024505" indent="0">
              <a:buNone/>
              <a:defRPr sz="945"/>
            </a:lvl8pPr>
            <a:lvl9pPr marL="3455670" indent="0">
              <a:buNone/>
              <a:defRPr sz="94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83106" y="365125"/>
            <a:ext cx="1863032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94010" y="365125"/>
            <a:ext cx="5481094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94010" y="365125"/>
            <a:ext cx="74521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94010" y="1825625"/>
            <a:ext cx="74521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94010" y="6356350"/>
            <a:ext cx="19440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62049" y="6356350"/>
            <a:ext cx="2916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102104" y="6356350"/>
            <a:ext cx="19440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63600" rtl="0" eaLnBrk="1" latinLnBrk="0" hangingPunct="1">
        <a:lnSpc>
          <a:spcPct val="90000"/>
        </a:lnSpc>
        <a:spcBef>
          <a:spcPct val="0"/>
        </a:spcBef>
        <a:buNone/>
        <a:defRPr sz="4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3600" rtl="0" eaLnBrk="1" latinLnBrk="0" hangingPunct="1">
        <a:lnSpc>
          <a:spcPct val="90000"/>
        </a:lnSpc>
        <a:spcBef>
          <a:spcPct val="18900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3600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24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360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596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450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567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vm_decision_boundary"/>
          <p:cNvPicPr>
            <a:picLocks noChangeAspect="1"/>
          </p:cNvPicPr>
          <p:nvPr/>
        </p:nvPicPr>
        <p:blipFill>
          <a:blip r:embed="rId1"/>
          <a:srcRect l="5349" t="6698" r="9462" b="2778"/>
          <a:stretch>
            <a:fillRect/>
          </a:stretch>
        </p:blipFill>
        <p:spPr>
          <a:xfrm>
            <a:off x="172" y="5080"/>
            <a:ext cx="8599170" cy="6852920"/>
          </a:xfrm>
          <a:prstGeom prst="rect">
            <a:avLst/>
          </a:prstGeom>
        </p:spPr>
      </p:pic>
      <p:sp>
        <p:nvSpPr>
          <p:cNvPr id="5" name="左大括号 4"/>
          <p:cNvSpPr/>
          <p:nvPr/>
        </p:nvSpPr>
        <p:spPr>
          <a:xfrm rot="13680000">
            <a:off x="5994400" y="4074160"/>
            <a:ext cx="362585" cy="1266825"/>
          </a:xfrm>
          <a:prstGeom prst="leftBrace">
            <a:avLst>
              <a:gd name="adj1" fmla="val 27186"/>
              <a:gd name="adj2" fmla="val 50000"/>
            </a:avLst>
          </a:prstGeom>
          <a:noFill/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088890" y="2868930"/>
            <a:ext cx="677545" cy="678180"/>
          </a:xfrm>
          <a:prstGeom prst="line">
            <a:avLst/>
          </a:prstGeom>
          <a:ln w="28575" cmpd="sng">
            <a:solidFill>
              <a:srgbClr val="B15928">
                <a:alpha val="50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 descr="QianJianTec17275302326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5900" y="1677670"/>
            <a:ext cx="1376892" cy="252000"/>
          </a:xfrm>
          <a:prstGeom prst="rect">
            <a:avLst/>
          </a:prstGeom>
        </p:spPr>
      </p:pic>
      <p:pic>
        <p:nvPicPr>
          <p:cNvPr id="8" name="图片 7" descr="QianJianTec172753047272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180" y="1144270"/>
            <a:ext cx="1578481" cy="252000"/>
          </a:xfrm>
          <a:prstGeom prst="rect">
            <a:avLst/>
          </a:prstGeom>
        </p:spPr>
      </p:pic>
      <p:pic>
        <p:nvPicPr>
          <p:cNvPr id="9" name="图片 8" descr="QianJianTec172753046815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55900" y="657225"/>
            <a:ext cx="1376892" cy="252000"/>
          </a:xfrm>
          <a:prstGeom prst="rect">
            <a:avLst/>
          </a:prstGeom>
        </p:spPr>
      </p:pic>
      <p:pic>
        <p:nvPicPr>
          <p:cNvPr id="11" name="图片 10" descr="QianJianTec1727530613959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0680" y="3367405"/>
            <a:ext cx="179205" cy="180000"/>
          </a:xfrm>
          <a:prstGeom prst="rect">
            <a:avLst/>
          </a:prstGeom>
        </p:spPr>
      </p:pic>
      <p:pic>
        <p:nvPicPr>
          <p:cNvPr id="13" name="图片 12" descr="QianJianTec1727530695758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76060" y="4438015"/>
            <a:ext cx="1261507" cy="720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070735" y="2807970"/>
            <a:ext cx="1516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</a:rPr>
              <a:t>支持向量</a:t>
            </a:r>
            <a:endParaRPr lang="zh-CN" altLang="en-US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3274695" y="2602230"/>
            <a:ext cx="1927860" cy="274320"/>
          </a:xfrm>
          <a:custGeom>
            <a:avLst/>
            <a:gdLst>
              <a:gd name="connisteX0" fmla="*/ 0 w 1927860"/>
              <a:gd name="connsiteY0" fmla="*/ 274320 h 274320"/>
              <a:gd name="connisteX1" fmla="*/ 1036320 w 1927860"/>
              <a:gd name="connsiteY1" fmla="*/ 0 h 274320"/>
              <a:gd name="connisteX2" fmla="*/ 1927860 w 1927860"/>
              <a:gd name="connsiteY2" fmla="*/ 274320 h 27432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927860" h="274320">
                <a:moveTo>
                  <a:pt x="0" y="274320"/>
                </a:moveTo>
                <a:cubicBezTo>
                  <a:pt x="189230" y="213995"/>
                  <a:pt x="650875" y="0"/>
                  <a:pt x="1036320" y="0"/>
                </a:cubicBezTo>
                <a:cubicBezTo>
                  <a:pt x="1421765" y="0"/>
                  <a:pt x="1770380" y="213995"/>
                  <a:pt x="1927860" y="274320"/>
                </a:cubicBezTo>
              </a:path>
            </a:pathLst>
          </a:custGeom>
          <a:noFill/>
          <a:ln w="31750" cmpd="sng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3282315" y="3120390"/>
            <a:ext cx="388620" cy="102870"/>
          </a:xfrm>
          <a:custGeom>
            <a:avLst/>
            <a:gdLst>
              <a:gd name="connisteX0" fmla="*/ 0 w 388620"/>
              <a:gd name="connsiteY0" fmla="*/ 0 h 102993"/>
              <a:gd name="connisteX1" fmla="*/ 160020 w 388620"/>
              <a:gd name="connsiteY1" fmla="*/ 99060 h 102993"/>
              <a:gd name="connisteX2" fmla="*/ 388620 w 388620"/>
              <a:gd name="connsiteY2" fmla="*/ 76200 h 102993"/>
              <a:gd name="connisteX3" fmla="*/ 441960 w 388620"/>
              <a:gd name="connsiteY3" fmla="*/ 76200 h 10299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88620" h="102993">
                <a:moveTo>
                  <a:pt x="0" y="0"/>
                </a:moveTo>
                <a:cubicBezTo>
                  <a:pt x="27305" y="20320"/>
                  <a:pt x="82550" y="83820"/>
                  <a:pt x="160020" y="99060"/>
                </a:cubicBezTo>
                <a:cubicBezTo>
                  <a:pt x="237490" y="114300"/>
                  <a:pt x="332105" y="80645"/>
                  <a:pt x="388620" y="76200"/>
                </a:cubicBezTo>
              </a:path>
            </a:pathLst>
          </a:custGeom>
          <a:noFill/>
          <a:ln w="31750" cmpd="sng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Y5OTg1OGE4MGYzNTdmOTFjZWFiZmM4MDZlMDI2ZW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兰米粗楷简体</vt:lpstr>
      <vt:lpstr>Times New Roman</vt:lpstr>
      <vt:lpstr>华文中宋</vt:lpstr>
      <vt:lpstr>黑体</vt:lpstr>
      <vt:lpstr>等线</vt:lpstr>
      <vt:lpstr>新宋体</vt:lpstr>
      <vt:lpstr>等线 Light</vt:lpstr>
      <vt:lpstr>Malgun Gothic</vt:lpstr>
      <vt:lpstr>楷体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毛浚彬</cp:lastModifiedBy>
  <cp:revision>3</cp:revision>
  <dcterms:created xsi:type="dcterms:W3CDTF">2023-08-09T12:44:00Z</dcterms:created>
  <dcterms:modified xsi:type="dcterms:W3CDTF">2024-09-28T13:41:52Z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9D8C569DA91C408488B09F57DE17503E_13</vt:lpwstr>
  </property>
  <property fmtid="{D5CDD505-2E9C-101B-9397-08002B2CF9AE}" pid="3" name="KSOProductBuildVer">
    <vt:lpwstr>2052-12.1.0.18276</vt:lpwstr>
  </property>
</Properties>
</file>