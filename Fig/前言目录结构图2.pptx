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8999855" cy="10799445"/>
  <p:notesSz cx="6858000" cy="9144000"/>
  <p:embeddedFontLst>
    <p:embeddedFont>
      <p:font typeface="兰米粗楷简体" panose="02000503000000000000" charset="-122"/>
      <p:regular r:id="rId7"/>
    </p:embeddedFont>
    <p:embeddedFont>
      <p:font typeface="Calibri" panose="020F0502020204030204" charset="0"/>
      <p:regular r:id="rId8"/>
      <p:bold r:id="rId9"/>
      <p:italic r:id="rId10"/>
      <p:boldItalic r:id="rId11"/>
    </p:embeddedFont>
    <p:embeddedFont>
      <p:font typeface="微软雅黑" panose="020B0503020204020204" charset="-122"/>
      <p:regular r:id="rId12"/>
    </p:embeddedFont>
  </p:embeddedFontLst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56.xml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25000" y="1767583"/>
            <a:ext cx="6750000" cy="3760174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25000" y="5672764"/>
            <a:ext cx="6750000" cy="2607620"/>
          </a:xfrm>
        </p:spPr>
        <p:txBody>
          <a:bodyPr/>
          <a:lstStyle>
            <a:lvl1pPr marL="0" indent="0" algn="ctr">
              <a:buNone/>
              <a:defRPr sz="2360"/>
            </a:lvl1pPr>
            <a:lvl2pPr marL="450215" indent="0" algn="ctr">
              <a:buNone/>
              <a:defRPr sz="1970"/>
            </a:lvl2pPr>
            <a:lvl3pPr marL="899795" indent="0" algn="ctr">
              <a:buNone/>
              <a:defRPr sz="1770"/>
            </a:lvl3pPr>
            <a:lvl4pPr marL="1350010" indent="0" algn="ctr">
              <a:buNone/>
              <a:defRPr sz="1575"/>
            </a:lvl4pPr>
            <a:lvl5pPr marL="1800225" indent="0" algn="ctr">
              <a:buNone/>
              <a:defRPr sz="1575"/>
            </a:lvl5pPr>
            <a:lvl6pPr marL="2249805" indent="0" algn="ctr">
              <a:buNone/>
              <a:defRPr sz="1575"/>
            </a:lvl6pPr>
            <a:lvl7pPr marL="2700020" indent="0" algn="ctr">
              <a:buNone/>
              <a:defRPr sz="1575"/>
            </a:lvl7pPr>
            <a:lvl8pPr marL="3150235" indent="0" algn="ctr">
              <a:buNone/>
              <a:defRPr sz="1575"/>
            </a:lvl8pPr>
            <a:lvl9pPr marL="3599815" indent="0" algn="ctr">
              <a:buNone/>
              <a:defRPr sz="157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4063" y="2692626"/>
            <a:ext cx="7762500" cy="4492707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4063" y="7227836"/>
            <a:ext cx="7762500" cy="2362609"/>
          </a:xfrm>
        </p:spPr>
        <p:txBody>
          <a:bodyPr/>
          <a:lstStyle>
            <a:lvl1pPr marL="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1pPr>
            <a:lvl2pPr marL="450215" indent="0">
              <a:buNone/>
              <a:defRPr sz="1970">
                <a:solidFill>
                  <a:schemeClr val="tx1">
                    <a:tint val="75000"/>
                  </a:schemeClr>
                </a:solidFill>
              </a:defRPr>
            </a:lvl2pPr>
            <a:lvl3pPr marL="899795" indent="0">
              <a:buNone/>
              <a:defRPr sz="1770">
                <a:solidFill>
                  <a:schemeClr val="tx1">
                    <a:tint val="75000"/>
                  </a:schemeClr>
                </a:solidFill>
              </a:defRPr>
            </a:lvl3pPr>
            <a:lvl4pPr marL="13500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80022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980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70002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5023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59981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8750" y="2875133"/>
            <a:ext cx="3825000" cy="685281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56250" y="2875133"/>
            <a:ext cx="3825000" cy="685281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922" y="575027"/>
            <a:ext cx="7762500" cy="208759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9922" y="2647623"/>
            <a:ext cx="3807422" cy="1297559"/>
          </a:xfrm>
        </p:spPr>
        <p:txBody>
          <a:bodyPr anchor="b"/>
          <a:lstStyle>
            <a:lvl1pPr marL="0" indent="0">
              <a:buNone/>
              <a:defRPr sz="2360" b="1"/>
            </a:lvl1pPr>
            <a:lvl2pPr marL="450215" indent="0">
              <a:buNone/>
              <a:defRPr sz="1970" b="1"/>
            </a:lvl2pPr>
            <a:lvl3pPr marL="899795" indent="0">
              <a:buNone/>
              <a:defRPr sz="1770" b="1"/>
            </a:lvl3pPr>
            <a:lvl4pPr marL="1350010" indent="0">
              <a:buNone/>
              <a:defRPr sz="1575" b="1"/>
            </a:lvl4pPr>
            <a:lvl5pPr marL="1800225" indent="0">
              <a:buNone/>
              <a:defRPr sz="1575" b="1"/>
            </a:lvl5pPr>
            <a:lvl6pPr marL="2249805" indent="0">
              <a:buNone/>
              <a:defRPr sz="1575" b="1"/>
            </a:lvl6pPr>
            <a:lvl7pPr marL="2700020" indent="0">
              <a:buNone/>
              <a:defRPr sz="1575" b="1"/>
            </a:lvl7pPr>
            <a:lvl8pPr marL="3150235" indent="0">
              <a:buNone/>
              <a:defRPr sz="1575" b="1"/>
            </a:lvl8pPr>
            <a:lvl9pPr marL="3599815" indent="0">
              <a:buNone/>
              <a:defRPr sz="157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922" y="3945183"/>
            <a:ext cx="3807422" cy="58027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56250" y="2647623"/>
            <a:ext cx="3826172" cy="1297559"/>
          </a:xfrm>
        </p:spPr>
        <p:txBody>
          <a:bodyPr anchor="b"/>
          <a:lstStyle>
            <a:lvl1pPr marL="0" indent="0">
              <a:buNone/>
              <a:defRPr sz="2360" b="1"/>
            </a:lvl1pPr>
            <a:lvl2pPr marL="450215" indent="0">
              <a:buNone/>
              <a:defRPr sz="1970" b="1"/>
            </a:lvl2pPr>
            <a:lvl3pPr marL="899795" indent="0">
              <a:buNone/>
              <a:defRPr sz="1770" b="1"/>
            </a:lvl3pPr>
            <a:lvl4pPr marL="1350010" indent="0">
              <a:buNone/>
              <a:defRPr sz="1575" b="1"/>
            </a:lvl4pPr>
            <a:lvl5pPr marL="1800225" indent="0">
              <a:buNone/>
              <a:defRPr sz="1575" b="1"/>
            </a:lvl5pPr>
            <a:lvl6pPr marL="2249805" indent="0">
              <a:buNone/>
              <a:defRPr sz="1575" b="1"/>
            </a:lvl6pPr>
            <a:lvl7pPr marL="2700020" indent="0">
              <a:buNone/>
              <a:defRPr sz="1575" b="1"/>
            </a:lvl7pPr>
            <a:lvl8pPr marL="3150235" indent="0">
              <a:buNone/>
              <a:defRPr sz="1575" b="1"/>
            </a:lvl8pPr>
            <a:lvl9pPr marL="3599815" indent="0">
              <a:buNone/>
              <a:defRPr sz="157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56250" y="3945183"/>
            <a:ext cx="3826172" cy="58027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922" y="720033"/>
            <a:ext cx="2902734" cy="252011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6172" y="1555072"/>
            <a:ext cx="4556250" cy="7675356"/>
          </a:xfrm>
        </p:spPr>
        <p:txBody>
          <a:bodyPr/>
          <a:lstStyle>
            <a:lvl1pPr>
              <a:defRPr sz="3150"/>
            </a:lvl1pPr>
            <a:lvl2pPr>
              <a:defRPr sz="2755"/>
            </a:lvl2pPr>
            <a:lvl3pPr>
              <a:defRPr sz="2360"/>
            </a:lvl3pPr>
            <a:lvl4pPr>
              <a:defRPr sz="1970"/>
            </a:lvl4pPr>
            <a:lvl5pPr>
              <a:defRPr sz="1970"/>
            </a:lvl5pPr>
            <a:lvl6pPr>
              <a:defRPr sz="1970"/>
            </a:lvl6pPr>
            <a:lvl7pPr>
              <a:defRPr sz="1970"/>
            </a:lvl7pPr>
            <a:lvl8pPr>
              <a:defRPr sz="1970"/>
            </a:lvl8pPr>
            <a:lvl9pPr>
              <a:defRPr sz="19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922" y="3240150"/>
            <a:ext cx="2902734" cy="6002779"/>
          </a:xfrm>
        </p:spPr>
        <p:txBody>
          <a:bodyPr/>
          <a:lstStyle>
            <a:lvl1pPr marL="0" indent="0">
              <a:buNone/>
              <a:defRPr sz="1575"/>
            </a:lvl1pPr>
            <a:lvl2pPr marL="450215" indent="0">
              <a:buNone/>
              <a:defRPr sz="1380"/>
            </a:lvl2pPr>
            <a:lvl3pPr marL="899795" indent="0">
              <a:buNone/>
              <a:defRPr sz="1180"/>
            </a:lvl3pPr>
            <a:lvl4pPr marL="1350010" indent="0">
              <a:buNone/>
              <a:defRPr sz="985"/>
            </a:lvl4pPr>
            <a:lvl5pPr marL="1800225" indent="0">
              <a:buNone/>
              <a:defRPr sz="985"/>
            </a:lvl5pPr>
            <a:lvl6pPr marL="2249805" indent="0">
              <a:buNone/>
              <a:defRPr sz="985"/>
            </a:lvl6pPr>
            <a:lvl7pPr marL="2700020" indent="0">
              <a:buNone/>
              <a:defRPr sz="985"/>
            </a:lvl7pPr>
            <a:lvl8pPr marL="3150235" indent="0">
              <a:buNone/>
              <a:defRPr sz="985"/>
            </a:lvl8pPr>
            <a:lvl9pPr marL="3599815" indent="0">
              <a:buNone/>
              <a:defRPr sz="9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922" y="720033"/>
            <a:ext cx="2902734" cy="252011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26172" y="1555072"/>
            <a:ext cx="4556250" cy="7675356"/>
          </a:xfrm>
        </p:spPr>
        <p:txBody>
          <a:bodyPr/>
          <a:lstStyle>
            <a:lvl1pPr marL="0" indent="0">
              <a:buNone/>
              <a:defRPr sz="3150"/>
            </a:lvl1pPr>
            <a:lvl2pPr marL="450215" indent="0">
              <a:buNone/>
              <a:defRPr sz="2755"/>
            </a:lvl2pPr>
            <a:lvl3pPr marL="899795" indent="0">
              <a:buNone/>
              <a:defRPr sz="2360"/>
            </a:lvl3pPr>
            <a:lvl4pPr marL="1350010" indent="0">
              <a:buNone/>
              <a:defRPr sz="1970"/>
            </a:lvl4pPr>
            <a:lvl5pPr marL="1800225" indent="0">
              <a:buNone/>
              <a:defRPr sz="1970"/>
            </a:lvl5pPr>
            <a:lvl6pPr marL="2249805" indent="0">
              <a:buNone/>
              <a:defRPr sz="1970"/>
            </a:lvl6pPr>
            <a:lvl7pPr marL="2700020" indent="0">
              <a:buNone/>
              <a:defRPr sz="1970"/>
            </a:lvl7pPr>
            <a:lvl8pPr marL="3150235" indent="0">
              <a:buNone/>
              <a:defRPr sz="1970"/>
            </a:lvl8pPr>
            <a:lvl9pPr marL="3599815" indent="0">
              <a:buNone/>
              <a:defRPr sz="197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922" y="3240150"/>
            <a:ext cx="2902734" cy="6002779"/>
          </a:xfrm>
        </p:spPr>
        <p:txBody>
          <a:bodyPr/>
          <a:lstStyle>
            <a:lvl1pPr marL="0" indent="0">
              <a:buNone/>
              <a:defRPr sz="1575"/>
            </a:lvl1pPr>
            <a:lvl2pPr marL="450215" indent="0">
              <a:buNone/>
              <a:defRPr sz="1380"/>
            </a:lvl2pPr>
            <a:lvl3pPr marL="899795" indent="0">
              <a:buNone/>
              <a:defRPr sz="1180"/>
            </a:lvl3pPr>
            <a:lvl4pPr marL="1350010" indent="0">
              <a:buNone/>
              <a:defRPr sz="985"/>
            </a:lvl4pPr>
            <a:lvl5pPr marL="1800225" indent="0">
              <a:buNone/>
              <a:defRPr sz="985"/>
            </a:lvl5pPr>
            <a:lvl6pPr marL="2249805" indent="0">
              <a:buNone/>
              <a:defRPr sz="985"/>
            </a:lvl6pPr>
            <a:lvl7pPr marL="2700020" indent="0">
              <a:buNone/>
              <a:defRPr sz="985"/>
            </a:lvl7pPr>
            <a:lvl8pPr marL="3150235" indent="0">
              <a:buNone/>
              <a:defRPr sz="985"/>
            </a:lvl8pPr>
            <a:lvl9pPr marL="3599815" indent="0">
              <a:buNone/>
              <a:defRPr sz="9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625" y="575027"/>
            <a:ext cx="1940625" cy="91529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8750" y="575027"/>
            <a:ext cx="5709375" cy="91529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18750" y="575027"/>
            <a:ext cx="7762500" cy="20875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8750" y="2875133"/>
            <a:ext cx="7762500" cy="685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8750" y="10010464"/>
            <a:ext cx="2025000" cy="5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81250" y="10010464"/>
            <a:ext cx="3037500" cy="5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356250" y="10010464"/>
            <a:ext cx="2025000" cy="5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99795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790" indent="-224790" algn="l" defTabSz="89979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2755" kern="1200">
          <a:solidFill>
            <a:schemeClr val="tx1"/>
          </a:solidFill>
          <a:latin typeface="+mn-lt"/>
          <a:ea typeface="+mn-ea"/>
          <a:cs typeface="+mn-cs"/>
        </a:defRPr>
      </a:lvl1pPr>
      <a:lvl2pPr marL="675005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2pPr>
      <a:lvl3pPr marL="112522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970" kern="1200">
          <a:solidFill>
            <a:schemeClr val="tx1"/>
          </a:solidFill>
          <a:latin typeface="+mn-lt"/>
          <a:ea typeface="+mn-ea"/>
          <a:cs typeface="+mn-cs"/>
        </a:defRPr>
      </a:lvl3pPr>
      <a:lvl4pPr marL="157480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4pPr>
      <a:lvl5pPr marL="2025015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5pPr>
      <a:lvl6pPr marL="247523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6pPr>
      <a:lvl7pPr marL="292481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8pPr>
      <a:lvl9pPr marL="382524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1pPr>
      <a:lvl2pPr marL="45021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2pPr>
      <a:lvl3pPr marL="89979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3pPr>
      <a:lvl4pPr marL="1350010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4pPr>
      <a:lvl5pPr marL="180022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5pPr>
      <a:lvl6pPr marL="224980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6pPr>
      <a:lvl7pPr marL="2700020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7pPr>
      <a:lvl8pPr marL="315023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1" Type="http://schemas.openxmlformats.org/officeDocument/2006/relationships/slideLayout" Target="../slideLayouts/slideLayout1.xml"/><Relationship Id="rId80" Type="http://schemas.openxmlformats.org/officeDocument/2006/relationships/tags" Target="../tags/tag55.xml"/><Relationship Id="rId8" Type="http://schemas.openxmlformats.org/officeDocument/2006/relationships/tags" Target="../tags/tag6.xml"/><Relationship Id="rId79" Type="http://schemas.openxmlformats.org/officeDocument/2006/relationships/tags" Target="../tags/tag54.xml"/><Relationship Id="rId78" Type="http://schemas.openxmlformats.org/officeDocument/2006/relationships/tags" Target="../tags/tag53.xml"/><Relationship Id="rId77" Type="http://schemas.openxmlformats.org/officeDocument/2006/relationships/tags" Target="../tags/tag52.xml"/><Relationship Id="rId76" Type="http://schemas.openxmlformats.org/officeDocument/2006/relationships/tags" Target="../tags/tag51.xml"/><Relationship Id="rId75" Type="http://schemas.openxmlformats.org/officeDocument/2006/relationships/tags" Target="../tags/tag50.xml"/><Relationship Id="rId74" Type="http://schemas.openxmlformats.org/officeDocument/2006/relationships/tags" Target="../tags/tag49.xml"/><Relationship Id="rId73" Type="http://schemas.openxmlformats.org/officeDocument/2006/relationships/tags" Target="../tags/tag48.xml"/><Relationship Id="rId72" Type="http://schemas.openxmlformats.org/officeDocument/2006/relationships/tags" Target="../tags/tag47.xml"/><Relationship Id="rId71" Type="http://schemas.openxmlformats.org/officeDocument/2006/relationships/tags" Target="../tags/tag46.xml"/><Relationship Id="rId70" Type="http://schemas.openxmlformats.org/officeDocument/2006/relationships/tags" Target="../tags/tag45.xml"/><Relationship Id="rId7" Type="http://schemas.openxmlformats.org/officeDocument/2006/relationships/tags" Target="../tags/tag5.xml"/><Relationship Id="rId69" Type="http://schemas.openxmlformats.org/officeDocument/2006/relationships/tags" Target="../tags/tag44.xml"/><Relationship Id="rId68" Type="http://schemas.openxmlformats.org/officeDocument/2006/relationships/tags" Target="../tags/tag43.xml"/><Relationship Id="rId67" Type="http://schemas.openxmlformats.org/officeDocument/2006/relationships/tags" Target="../tags/tag42.xml"/><Relationship Id="rId66" Type="http://schemas.openxmlformats.org/officeDocument/2006/relationships/tags" Target="../tags/tag41.xml"/><Relationship Id="rId65" Type="http://schemas.openxmlformats.org/officeDocument/2006/relationships/tags" Target="../tags/tag40.xml"/><Relationship Id="rId64" Type="http://schemas.openxmlformats.org/officeDocument/2006/relationships/tags" Target="../tags/tag39.xml"/><Relationship Id="rId63" Type="http://schemas.openxmlformats.org/officeDocument/2006/relationships/tags" Target="../tags/tag38.xml"/><Relationship Id="rId62" Type="http://schemas.openxmlformats.org/officeDocument/2006/relationships/tags" Target="../tags/tag37.xml"/><Relationship Id="rId61" Type="http://schemas.openxmlformats.org/officeDocument/2006/relationships/tags" Target="../tags/tag36.xml"/><Relationship Id="rId60" Type="http://schemas.openxmlformats.org/officeDocument/2006/relationships/image" Target="../media/image25.svg"/><Relationship Id="rId6" Type="http://schemas.openxmlformats.org/officeDocument/2006/relationships/image" Target="../media/image2.svg"/><Relationship Id="rId59" Type="http://schemas.openxmlformats.org/officeDocument/2006/relationships/image" Target="../media/image24.png"/><Relationship Id="rId58" Type="http://schemas.openxmlformats.org/officeDocument/2006/relationships/tags" Target="../tags/tag35.xml"/><Relationship Id="rId57" Type="http://schemas.openxmlformats.org/officeDocument/2006/relationships/tags" Target="../tags/tag34.xml"/><Relationship Id="rId56" Type="http://schemas.openxmlformats.org/officeDocument/2006/relationships/image" Target="../media/image23.svg"/><Relationship Id="rId55" Type="http://schemas.openxmlformats.org/officeDocument/2006/relationships/image" Target="../media/image22.png"/><Relationship Id="rId54" Type="http://schemas.openxmlformats.org/officeDocument/2006/relationships/tags" Target="../tags/tag33.xml"/><Relationship Id="rId53" Type="http://schemas.openxmlformats.org/officeDocument/2006/relationships/tags" Target="../tags/tag32.xml"/><Relationship Id="rId52" Type="http://schemas.openxmlformats.org/officeDocument/2006/relationships/image" Target="../media/image21.svg"/><Relationship Id="rId51" Type="http://schemas.openxmlformats.org/officeDocument/2006/relationships/image" Target="../media/image20.png"/><Relationship Id="rId50" Type="http://schemas.openxmlformats.org/officeDocument/2006/relationships/tags" Target="../tags/tag31.xml"/><Relationship Id="rId5" Type="http://schemas.openxmlformats.org/officeDocument/2006/relationships/image" Target="../media/image1.png"/><Relationship Id="rId49" Type="http://schemas.openxmlformats.org/officeDocument/2006/relationships/tags" Target="../tags/tag30.xml"/><Relationship Id="rId48" Type="http://schemas.openxmlformats.org/officeDocument/2006/relationships/image" Target="../media/image19.svg"/><Relationship Id="rId47" Type="http://schemas.openxmlformats.org/officeDocument/2006/relationships/image" Target="../media/image18.png"/><Relationship Id="rId46" Type="http://schemas.openxmlformats.org/officeDocument/2006/relationships/tags" Target="../tags/tag29.xml"/><Relationship Id="rId45" Type="http://schemas.openxmlformats.org/officeDocument/2006/relationships/tags" Target="../tags/tag28.xml"/><Relationship Id="rId44" Type="http://schemas.openxmlformats.org/officeDocument/2006/relationships/image" Target="../media/image17.jpeg"/><Relationship Id="rId43" Type="http://schemas.openxmlformats.org/officeDocument/2006/relationships/tags" Target="../tags/tag27.xml"/><Relationship Id="rId42" Type="http://schemas.openxmlformats.org/officeDocument/2006/relationships/tags" Target="../tags/tag26.xml"/><Relationship Id="rId41" Type="http://schemas.openxmlformats.org/officeDocument/2006/relationships/image" Target="../media/image16.svg"/><Relationship Id="rId40" Type="http://schemas.openxmlformats.org/officeDocument/2006/relationships/image" Target="../media/image15.png"/><Relationship Id="rId4" Type="http://schemas.openxmlformats.org/officeDocument/2006/relationships/tags" Target="../tags/tag4.xml"/><Relationship Id="rId39" Type="http://schemas.openxmlformats.org/officeDocument/2006/relationships/tags" Target="../tags/tag25.xml"/><Relationship Id="rId38" Type="http://schemas.openxmlformats.org/officeDocument/2006/relationships/tags" Target="../tags/tag24.xml"/><Relationship Id="rId37" Type="http://schemas.openxmlformats.org/officeDocument/2006/relationships/tags" Target="../tags/tag23.xml"/><Relationship Id="rId36" Type="http://schemas.openxmlformats.org/officeDocument/2006/relationships/image" Target="../media/image14.svg"/><Relationship Id="rId35" Type="http://schemas.openxmlformats.org/officeDocument/2006/relationships/image" Target="../media/image13.png"/><Relationship Id="rId34" Type="http://schemas.openxmlformats.org/officeDocument/2006/relationships/tags" Target="../tags/tag22.xml"/><Relationship Id="rId33" Type="http://schemas.openxmlformats.org/officeDocument/2006/relationships/tags" Target="../tags/tag21.xml"/><Relationship Id="rId32" Type="http://schemas.openxmlformats.org/officeDocument/2006/relationships/tags" Target="../tags/tag20.xml"/><Relationship Id="rId31" Type="http://schemas.openxmlformats.org/officeDocument/2006/relationships/image" Target="../media/image12.svg"/><Relationship Id="rId30" Type="http://schemas.openxmlformats.org/officeDocument/2006/relationships/image" Target="../media/image11.png"/><Relationship Id="rId3" Type="http://schemas.openxmlformats.org/officeDocument/2006/relationships/tags" Target="../tags/tag3.xml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image" Target="../media/image10.svg"/><Relationship Id="rId24" Type="http://schemas.openxmlformats.org/officeDocument/2006/relationships/image" Target="../media/image9.png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2.xml"/><Relationship Id="rId19" Type="http://schemas.openxmlformats.org/officeDocument/2006/relationships/image" Target="../media/image8.svg"/><Relationship Id="rId18" Type="http://schemas.openxmlformats.org/officeDocument/2006/relationships/image" Target="../media/image7.png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image" Target="../media/image4.svg"/><Relationship Id="rId11" Type="http://schemas.openxmlformats.org/officeDocument/2006/relationships/image" Target="../media/image3.png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>
            <p:custDataLst>
              <p:tags r:id="rId1"/>
            </p:custDataLst>
          </p:nvPr>
        </p:nvSpPr>
        <p:spPr>
          <a:xfrm>
            <a:off x="-346075" y="3820160"/>
            <a:ext cx="2193925" cy="570230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机器学习</a:t>
            </a:r>
            <a:endParaRPr lang="zh-CN" altLang="en-US" sz="24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 rot="0">
            <a:off x="101600" y="2486660"/>
            <a:ext cx="1284605" cy="1332865"/>
            <a:chOff x="179" y="1783"/>
            <a:chExt cx="2384" cy="2474"/>
          </a:xfrm>
        </p:grpSpPr>
        <p:sp>
          <p:nvSpPr>
            <p:cNvPr id="8" name="圆角矩形 7"/>
            <p:cNvSpPr/>
            <p:nvPr>
              <p:custDataLst>
                <p:tags r:id="rId3"/>
              </p:custDataLst>
            </p:nvPr>
          </p:nvSpPr>
          <p:spPr>
            <a:xfrm>
              <a:off x="179" y="1783"/>
              <a:ext cx="2385" cy="247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360"/>
            </a:p>
          </p:txBody>
        </p:sp>
        <p:pic>
          <p:nvPicPr>
            <p:cNvPr id="9" name="图片 8" descr="AI技术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" y="1997"/>
              <a:ext cx="2136" cy="2136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 rot="0">
            <a:off x="-355600" y="5760720"/>
            <a:ext cx="2193925" cy="1903095"/>
            <a:chOff x="5518" y="4645"/>
            <a:chExt cx="3103" cy="2692"/>
          </a:xfrm>
        </p:grpSpPr>
        <p:sp>
          <p:nvSpPr>
            <p:cNvPr id="12" name="圆角矩形 11"/>
            <p:cNvSpPr/>
            <p:nvPr>
              <p:custDataLst>
                <p:tags r:id="rId8"/>
              </p:custDataLst>
            </p:nvPr>
          </p:nvSpPr>
          <p:spPr>
            <a:xfrm>
              <a:off x="5518" y="6531"/>
              <a:ext cx="3103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数据挖掘</a:t>
              </a:r>
              <a:endParaRPr lang="zh-CN" altLang="en-US" sz="24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13" name="圆角矩形 12"/>
            <p:cNvSpPr/>
            <p:nvPr>
              <p:custDataLst>
                <p:tags r:id="rId9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360"/>
            </a:p>
          </p:txBody>
        </p:sp>
      </p:grpSp>
      <p:pic>
        <p:nvPicPr>
          <p:cNvPr id="14" name="图片 13" descr="数据挖掘技术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0190" y="5942330"/>
            <a:ext cx="1018540" cy="1018540"/>
          </a:xfrm>
          <a:prstGeom prst="rect">
            <a:avLst/>
          </a:prstGeom>
        </p:spPr>
      </p:pic>
      <p:sp>
        <p:nvSpPr>
          <p:cNvPr id="18" name="左中括号 17"/>
          <p:cNvSpPr/>
          <p:nvPr/>
        </p:nvSpPr>
        <p:spPr>
          <a:xfrm>
            <a:off x="1564640" y="210820"/>
            <a:ext cx="276225" cy="10424795"/>
          </a:xfrm>
          <a:prstGeom prst="leftBracket">
            <a:avLst>
              <a:gd name="adj" fmla="val 117471"/>
            </a:avLst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 descr="循环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8755" y="4524375"/>
            <a:ext cx="1104265" cy="106616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 rot="0">
            <a:off x="1750695" y="263525"/>
            <a:ext cx="1487805" cy="1611630"/>
            <a:chOff x="5725" y="4645"/>
            <a:chExt cx="2573" cy="2788"/>
          </a:xfrm>
        </p:grpSpPr>
        <p:sp>
          <p:nvSpPr>
            <p:cNvPr id="25" name="圆角矩形 24"/>
            <p:cNvSpPr/>
            <p:nvPr>
              <p:custDataLst>
                <p:tags r:id="rId15"/>
              </p:custDataLst>
            </p:nvPr>
          </p:nvSpPr>
          <p:spPr>
            <a:xfrm>
              <a:off x="5725" y="6627"/>
              <a:ext cx="2573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分类</a:t>
              </a:r>
              <a:endPara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29" name="圆角矩形 28"/>
            <p:cNvSpPr/>
            <p:nvPr>
              <p:custDataLst>
                <p:tags r:id="rId16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1" name="图片 30" descr="分类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080260" y="434340"/>
            <a:ext cx="805815" cy="805815"/>
          </a:xfrm>
          <a:prstGeom prst="rect">
            <a:avLst/>
          </a:prstGeom>
        </p:spPr>
      </p:pic>
      <p:grpSp>
        <p:nvGrpSpPr>
          <p:cNvPr id="40" name="组合 39"/>
          <p:cNvGrpSpPr/>
          <p:nvPr>
            <p:custDataLst>
              <p:tags r:id="rId20"/>
            </p:custDataLst>
          </p:nvPr>
        </p:nvGrpSpPr>
        <p:grpSpPr>
          <a:xfrm rot="0">
            <a:off x="1750695" y="2418080"/>
            <a:ext cx="1487805" cy="1611630"/>
            <a:chOff x="5706" y="4645"/>
            <a:chExt cx="2573" cy="2788"/>
          </a:xfrm>
        </p:grpSpPr>
        <p:sp>
          <p:nvSpPr>
            <p:cNvPr id="41" name="圆角矩形 40"/>
            <p:cNvSpPr/>
            <p:nvPr>
              <p:custDataLst>
                <p:tags r:id="rId21"/>
              </p:custDataLst>
            </p:nvPr>
          </p:nvSpPr>
          <p:spPr>
            <a:xfrm>
              <a:off x="5706" y="6627"/>
              <a:ext cx="2573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回归</a:t>
              </a:r>
              <a:endPara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42" name="圆角矩形 41"/>
            <p:cNvSpPr/>
            <p:nvPr>
              <p:custDataLst>
                <p:tags r:id="rId22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3" name="图片 42" descr="数学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023110" y="2508250"/>
            <a:ext cx="993140" cy="993140"/>
          </a:xfrm>
          <a:prstGeom prst="rect">
            <a:avLst/>
          </a:prstGeom>
        </p:spPr>
      </p:pic>
      <p:grpSp>
        <p:nvGrpSpPr>
          <p:cNvPr id="45" name="组合 44"/>
          <p:cNvGrpSpPr/>
          <p:nvPr>
            <p:custDataLst>
              <p:tags r:id="rId26"/>
            </p:custDataLst>
          </p:nvPr>
        </p:nvGrpSpPr>
        <p:grpSpPr>
          <a:xfrm rot="0">
            <a:off x="1750695" y="4571365"/>
            <a:ext cx="1487805" cy="1617980"/>
            <a:chOff x="5725" y="4645"/>
            <a:chExt cx="2573" cy="2800"/>
          </a:xfrm>
        </p:grpSpPr>
        <p:sp>
          <p:nvSpPr>
            <p:cNvPr id="46" name="圆角矩形 45"/>
            <p:cNvSpPr/>
            <p:nvPr>
              <p:custDataLst>
                <p:tags r:id="rId27"/>
              </p:custDataLst>
            </p:nvPr>
          </p:nvSpPr>
          <p:spPr>
            <a:xfrm>
              <a:off x="5725" y="6639"/>
              <a:ext cx="2573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聚类</a:t>
              </a:r>
              <a:endPara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50" name="圆角矩形 49"/>
            <p:cNvSpPr/>
            <p:nvPr>
              <p:custDataLst>
                <p:tags r:id="rId28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51" name="图片 50" descr="两组人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985645" y="4652010"/>
            <a:ext cx="993140" cy="992505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 rot="0">
            <a:off x="1672590" y="6731000"/>
            <a:ext cx="1684020" cy="1619885"/>
            <a:chOff x="5541" y="4645"/>
            <a:chExt cx="2913" cy="2803"/>
          </a:xfrm>
        </p:grpSpPr>
        <p:sp>
          <p:nvSpPr>
            <p:cNvPr id="59" name="圆角矩形 58"/>
            <p:cNvSpPr/>
            <p:nvPr>
              <p:custDataLst>
                <p:tags r:id="rId32"/>
              </p:custDataLst>
            </p:nvPr>
          </p:nvSpPr>
          <p:spPr>
            <a:xfrm>
              <a:off x="5541" y="6642"/>
              <a:ext cx="2913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关联</a:t>
              </a:r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分析</a:t>
              </a:r>
              <a:endPara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63" name="圆角矩形 62"/>
            <p:cNvSpPr/>
            <p:nvPr>
              <p:custDataLst>
                <p:tags r:id="rId33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64" name="图片 63" descr="关联性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057400" y="6807835"/>
            <a:ext cx="919480" cy="919480"/>
          </a:xfrm>
          <a:prstGeom prst="rect">
            <a:avLst/>
          </a:prstGeom>
        </p:spPr>
      </p:pic>
      <p:grpSp>
        <p:nvGrpSpPr>
          <p:cNvPr id="70" name="组合 69"/>
          <p:cNvGrpSpPr/>
          <p:nvPr/>
        </p:nvGrpSpPr>
        <p:grpSpPr>
          <a:xfrm rot="0">
            <a:off x="1635760" y="8896985"/>
            <a:ext cx="1775460" cy="1598930"/>
            <a:chOff x="5540" y="4645"/>
            <a:chExt cx="3072" cy="2768"/>
          </a:xfrm>
        </p:grpSpPr>
        <p:sp>
          <p:nvSpPr>
            <p:cNvPr id="74" name="圆角矩形 73"/>
            <p:cNvSpPr/>
            <p:nvPr>
              <p:custDataLst>
                <p:tags r:id="rId37"/>
              </p:custDataLst>
            </p:nvPr>
          </p:nvSpPr>
          <p:spPr>
            <a:xfrm>
              <a:off x="5540" y="6607"/>
              <a:ext cx="3072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异常</a:t>
              </a:r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检测</a:t>
              </a:r>
              <a:endPara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75" name="圆角矩形 74"/>
            <p:cNvSpPr/>
            <p:nvPr>
              <p:custDataLst>
                <p:tags r:id="rId38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85" name="图片 84" descr="经营异常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050415" y="9008745"/>
            <a:ext cx="904240" cy="904240"/>
          </a:xfrm>
          <a:prstGeom prst="rect">
            <a:avLst/>
          </a:prstGeom>
        </p:spPr>
      </p:pic>
      <p:grpSp>
        <p:nvGrpSpPr>
          <p:cNvPr id="91" name="组合 90"/>
          <p:cNvGrpSpPr/>
          <p:nvPr/>
        </p:nvGrpSpPr>
        <p:grpSpPr>
          <a:xfrm rot="0">
            <a:off x="7126605" y="331470"/>
            <a:ext cx="1897380" cy="1538605"/>
            <a:chOff x="5332" y="4645"/>
            <a:chExt cx="3423" cy="2777"/>
          </a:xfrm>
        </p:grpSpPr>
        <p:sp>
          <p:nvSpPr>
            <p:cNvPr id="95" name="圆角矩形 94"/>
            <p:cNvSpPr/>
            <p:nvPr>
              <p:custDataLst>
                <p:tags r:id="rId42"/>
              </p:custDataLst>
            </p:nvPr>
          </p:nvSpPr>
          <p:spPr>
            <a:xfrm>
              <a:off x="5332" y="6616"/>
              <a:ext cx="3423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皮肤病</a:t>
              </a:r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诊断</a:t>
              </a:r>
              <a:endPara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96" name="圆角矩形 95"/>
            <p:cNvSpPr/>
            <p:nvPr>
              <p:custDataLst>
                <p:tags r:id="rId43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7" name="https://photo-static-api.fotomore.com/creative/vcg/400/new/VCG41N1219879655.jpg?uid=386&amp;timestamp=1733220879&amp;sign=327be3f01ba3d1ed4fc50e13f26cc6b8" descr="皮肤炎症。皮炎的皮肤。信息图。矢量插图在孤立的背景。"/>
          <p:cNvPicPr>
            <a:picLocks noChangeAspect="1"/>
          </p:cNvPicPr>
          <p:nvPr/>
        </p:nvPicPr>
        <p:blipFill>
          <a:blip r:embed="rId44"/>
          <a:srcRect l="15074" t="4796" r="14565" b="24056"/>
          <a:stretch>
            <a:fillRect/>
          </a:stretch>
        </p:blipFill>
        <p:spPr>
          <a:xfrm>
            <a:off x="7611110" y="415290"/>
            <a:ext cx="923290" cy="934085"/>
          </a:xfrm>
          <a:prstGeom prst="rect">
            <a:avLst/>
          </a:prstGeom>
        </p:spPr>
      </p:pic>
      <p:grpSp>
        <p:nvGrpSpPr>
          <p:cNvPr id="99" name="组合 98"/>
          <p:cNvGrpSpPr/>
          <p:nvPr/>
        </p:nvGrpSpPr>
        <p:grpSpPr>
          <a:xfrm rot="0">
            <a:off x="7126605" y="2481580"/>
            <a:ext cx="1897380" cy="1558290"/>
            <a:chOff x="5315" y="4645"/>
            <a:chExt cx="3423" cy="2813"/>
          </a:xfrm>
        </p:grpSpPr>
        <p:sp>
          <p:nvSpPr>
            <p:cNvPr id="104" name="圆角矩形 103"/>
            <p:cNvSpPr/>
            <p:nvPr>
              <p:custDataLst>
                <p:tags r:id="rId45"/>
              </p:custDataLst>
            </p:nvPr>
          </p:nvSpPr>
          <p:spPr>
            <a:xfrm>
              <a:off x="5315" y="6652"/>
              <a:ext cx="3423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股价</a:t>
              </a:r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预测</a:t>
              </a:r>
              <a:endPara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105" name="圆角矩形 104"/>
            <p:cNvSpPr/>
            <p:nvPr>
              <p:custDataLst>
                <p:tags r:id="rId46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06" name="图片 105" descr="方形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587615" y="2481580"/>
            <a:ext cx="982345" cy="982345"/>
          </a:xfrm>
          <a:prstGeom prst="rect">
            <a:avLst/>
          </a:prstGeom>
        </p:spPr>
      </p:pic>
      <p:grpSp>
        <p:nvGrpSpPr>
          <p:cNvPr id="121" name="组合 120"/>
          <p:cNvGrpSpPr/>
          <p:nvPr/>
        </p:nvGrpSpPr>
        <p:grpSpPr>
          <a:xfrm rot="0">
            <a:off x="7126605" y="4645660"/>
            <a:ext cx="1897380" cy="1591310"/>
            <a:chOff x="5379" y="4645"/>
            <a:chExt cx="3423" cy="2873"/>
          </a:xfrm>
        </p:grpSpPr>
        <p:sp>
          <p:nvSpPr>
            <p:cNvPr id="125" name="圆角矩形 124"/>
            <p:cNvSpPr/>
            <p:nvPr>
              <p:custDataLst>
                <p:tags r:id="rId49"/>
              </p:custDataLst>
            </p:nvPr>
          </p:nvSpPr>
          <p:spPr>
            <a:xfrm>
              <a:off x="5379" y="6712"/>
              <a:ext cx="3423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单细胞</a:t>
              </a:r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聚类</a:t>
              </a:r>
              <a:endPara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131" name="圆角矩形 130"/>
            <p:cNvSpPr/>
            <p:nvPr>
              <p:custDataLst>
                <p:tags r:id="rId50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35" name="图片 134" descr="单细胞生物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642225" y="4711065"/>
            <a:ext cx="892175" cy="892175"/>
          </a:xfrm>
          <a:prstGeom prst="rect">
            <a:avLst/>
          </a:prstGeom>
        </p:spPr>
      </p:pic>
      <p:grpSp>
        <p:nvGrpSpPr>
          <p:cNvPr id="138" name="组合 137"/>
          <p:cNvGrpSpPr/>
          <p:nvPr/>
        </p:nvGrpSpPr>
        <p:grpSpPr>
          <a:xfrm rot="0">
            <a:off x="7126605" y="6844665"/>
            <a:ext cx="1897380" cy="1578610"/>
            <a:chOff x="5306" y="4645"/>
            <a:chExt cx="3423" cy="2849"/>
          </a:xfrm>
        </p:grpSpPr>
        <p:sp>
          <p:nvSpPr>
            <p:cNvPr id="139" name="圆角矩形 138"/>
            <p:cNvSpPr/>
            <p:nvPr>
              <p:custDataLst>
                <p:tags r:id="rId53"/>
              </p:custDataLst>
            </p:nvPr>
          </p:nvSpPr>
          <p:spPr>
            <a:xfrm>
              <a:off x="5306" y="6688"/>
              <a:ext cx="3423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商品</a:t>
              </a:r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关联</a:t>
              </a:r>
              <a:endPara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140" name="圆角矩形 139"/>
            <p:cNvSpPr/>
            <p:nvPr>
              <p:custDataLst>
                <p:tags r:id="rId54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43" name="图片 142" descr="电商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691120" y="6935470"/>
            <a:ext cx="891540" cy="891540"/>
          </a:xfrm>
          <a:prstGeom prst="rect">
            <a:avLst/>
          </a:prstGeom>
        </p:spPr>
      </p:pic>
      <p:grpSp>
        <p:nvGrpSpPr>
          <p:cNvPr id="155" name="组合 154"/>
          <p:cNvGrpSpPr/>
          <p:nvPr/>
        </p:nvGrpSpPr>
        <p:grpSpPr>
          <a:xfrm rot="0">
            <a:off x="7126605" y="9039225"/>
            <a:ext cx="1897380" cy="1530985"/>
            <a:chOff x="5315" y="4645"/>
            <a:chExt cx="3423" cy="2763"/>
          </a:xfrm>
        </p:grpSpPr>
        <p:sp>
          <p:nvSpPr>
            <p:cNvPr id="156" name="圆角矩形 155"/>
            <p:cNvSpPr/>
            <p:nvPr>
              <p:custDataLst>
                <p:tags r:id="rId57"/>
              </p:custDataLst>
            </p:nvPr>
          </p:nvSpPr>
          <p:spPr>
            <a:xfrm>
              <a:off x="5315" y="6602"/>
              <a:ext cx="3423" cy="806"/>
            </a:xfrm>
            <a:prstGeom prst="roundRect">
              <a:avLst>
                <a:gd name="adj" fmla="val 50000"/>
              </a:avLst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农业</a:t>
              </a:r>
              <a:r>
                <a: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检测</a:t>
              </a:r>
              <a:endPara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157" name="圆角矩形 156"/>
            <p:cNvSpPr/>
            <p:nvPr>
              <p:custDataLst>
                <p:tags r:id="rId58"/>
              </p:custDataLst>
            </p:nvPr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58" name="图片 157" descr="农业"/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7666990" y="9147810"/>
            <a:ext cx="866775" cy="866775"/>
          </a:xfrm>
          <a:prstGeom prst="rect">
            <a:avLst/>
          </a:prstGeom>
        </p:spPr>
      </p:pic>
      <p:sp>
        <p:nvSpPr>
          <p:cNvPr id="164" name="圆角矩形 163"/>
          <p:cNvSpPr/>
          <p:nvPr>
            <p:custDataLst>
              <p:tags r:id="rId61"/>
            </p:custDataLst>
          </p:nvPr>
        </p:nvSpPr>
        <p:spPr>
          <a:xfrm rot="16200000">
            <a:off x="3371890" y="786170"/>
            <a:ext cx="165600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引例</a:t>
            </a:r>
            <a:r>
              <a:rPr lang="en-US" altLang="zh-CN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-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图像分类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65" name="圆角矩形 164"/>
          <p:cNvSpPr/>
          <p:nvPr>
            <p:custDataLst>
              <p:tags r:id="rId62"/>
            </p:custDataLst>
          </p:nvPr>
        </p:nvSpPr>
        <p:spPr>
          <a:xfrm rot="16200000">
            <a:off x="4108490" y="786170"/>
            <a:ext cx="165600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支持向量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机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66" name="圆角矩形 165"/>
          <p:cNvSpPr/>
          <p:nvPr>
            <p:custDataLst>
              <p:tags r:id="rId63"/>
            </p:custDataLst>
          </p:nvPr>
        </p:nvSpPr>
        <p:spPr>
          <a:xfrm rot="16200000">
            <a:off x="4845090" y="786170"/>
            <a:ext cx="165600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卷积神经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网络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67" name="圆角矩形 166"/>
          <p:cNvSpPr/>
          <p:nvPr>
            <p:custDataLst>
              <p:tags r:id="rId64"/>
            </p:custDataLst>
          </p:nvPr>
        </p:nvSpPr>
        <p:spPr>
          <a:xfrm rot="16200000">
            <a:off x="5581690" y="786170"/>
            <a:ext cx="165600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Transformer</a:t>
            </a:r>
            <a:endParaRPr lang="en-US" altLang="zh-CN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73" name="圆角矩形 172"/>
          <p:cNvSpPr/>
          <p:nvPr>
            <p:custDataLst>
              <p:tags r:id="rId65"/>
            </p:custDataLst>
          </p:nvPr>
        </p:nvSpPr>
        <p:spPr>
          <a:xfrm rot="16200000">
            <a:off x="3348395" y="2888655"/>
            <a:ext cx="165600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引例</a:t>
            </a:r>
            <a:r>
              <a:rPr lang="en-US" altLang="zh-CN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-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房价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预测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74" name="圆角矩形 173"/>
          <p:cNvSpPr/>
          <p:nvPr>
            <p:custDataLst>
              <p:tags r:id="rId66"/>
            </p:custDataLst>
          </p:nvPr>
        </p:nvSpPr>
        <p:spPr>
          <a:xfrm rot="16200000">
            <a:off x="4086185" y="2888655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线性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回归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75" name="圆角矩形 174"/>
          <p:cNvSpPr/>
          <p:nvPr>
            <p:custDataLst>
              <p:tags r:id="rId67"/>
            </p:custDataLst>
          </p:nvPr>
        </p:nvSpPr>
        <p:spPr>
          <a:xfrm rot="16200000">
            <a:off x="4823420" y="2888655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正则化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回归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76" name="圆角矩形 175"/>
          <p:cNvSpPr/>
          <p:nvPr>
            <p:custDataLst>
              <p:tags r:id="rId68"/>
            </p:custDataLst>
          </p:nvPr>
        </p:nvSpPr>
        <p:spPr>
          <a:xfrm rot="16200000">
            <a:off x="5560655" y="2888655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时序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回归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78" name="圆角矩形 177"/>
          <p:cNvSpPr/>
          <p:nvPr>
            <p:custDataLst>
              <p:tags r:id="rId69"/>
            </p:custDataLst>
          </p:nvPr>
        </p:nvSpPr>
        <p:spPr>
          <a:xfrm rot="16200000">
            <a:off x="3348395" y="5031145"/>
            <a:ext cx="165600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引例</a:t>
            </a:r>
            <a:r>
              <a:rPr lang="en-US" altLang="zh-CN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-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聚类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分析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79" name="圆角矩形 178"/>
          <p:cNvSpPr/>
          <p:nvPr>
            <p:custDataLst>
              <p:tags r:id="rId70"/>
            </p:custDataLst>
          </p:nvPr>
        </p:nvSpPr>
        <p:spPr>
          <a:xfrm rot="16200000">
            <a:off x="4086820" y="5031780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K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均值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聚类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80" name="圆角矩形 179"/>
          <p:cNvSpPr/>
          <p:nvPr>
            <p:custDataLst>
              <p:tags r:id="rId71"/>
            </p:custDataLst>
          </p:nvPr>
        </p:nvSpPr>
        <p:spPr>
          <a:xfrm rot="16200000">
            <a:off x="4824690" y="5032415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层次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聚类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81" name="圆角矩形 180"/>
          <p:cNvSpPr/>
          <p:nvPr>
            <p:custDataLst>
              <p:tags r:id="rId72"/>
            </p:custDataLst>
          </p:nvPr>
        </p:nvSpPr>
        <p:spPr>
          <a:xfrm rot="16200000">
            <a:off x="5562560" y="5033050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图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聚类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83" name="圆角矩形 182"/>
          <p:cNvSpPr/>
          <p:nvPr>
            <p:custDataLst>
              <p:tags r:id="rId73"/>
            </p:custDataLst>
          </p:nvPr>
        </p:nvSpPr>
        <p:spPr>
          <a:xfrm rot="16200000">
            <a:off x="3347760" y="7089180"/>
            <a:ext cx="165600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引例</a:t>
            </a:r>
            <a:r>
              <a:rPr lang="en-US" altLang="zh-CN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-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购物篮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84" name="圆角矩形 183"/>
          <p:cNvSpPr/>
          <p:nvPr>
            <p:custDataLst>
              <p:tags r:id="rId74"/>
            </p:custDataLst>
          </p:nvPr>
        </p:nvSpPr>
        <p:spPr>
          <a:xfrm rot="16200000">
            <a:off x="4086185" y="7089815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Apriori</a:t>
            </a:r>
            <a:endParaRPr lang="en-US" altLang="zh-CN" sz="20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85" name="圆角矩形 184"/>
          <p:cNvSpPr/>
          <p:nvPr>
            <p:custDataLst>
              <p:tags r:id="rId75"/>
            </p:custDataLst>
          </p:nvPr>
        </p:nvSpPr>
        <p:spPr>
          <a:xfrm rot="16200000">
            <a:off x="4824055" y="7090450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FP-Growth</a:t>
            </a:r>
            <a:endParaRPr lang="en-US" altLang="zh-CN" sz="20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86" name="圆角矩形 185"/>
          <p:cNvSpPr/>
          <p:nvPr>
            <p:custDataLst>
              <p:tags r:id="rId76"/>
            </p:custDataLst>
          </p:nvPr>
        </p:nvSpPr>
        <p:spPr>
          <a:xfrm rot="16200000">
            <a:off x="5561925" y="7091085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图神经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网络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88" name="圆角矩形 187"/>
          <p:cNvSpPr/>
          <p:nvPr>
            <p:custDataLst>
              <p:tags r:id="rId77"/>
            </p:custDataLst>
          </p:nvPr>
        </p:nvSpPr>
        <p:spPr>
          <a:xfrm rot="16200000">
            <a:off x="3348395" y="9275485"/>
            <a:ext cx="165600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引例</a:t>
            </a:r>
            <a:r>
              <a:rPr lang="en-US" altLang="zh-CN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-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用户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异常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89" name="圆角矩形 188"/>
          <p:cNvSpPr/>
          <p:nvPr>
            <p:custDataLst>
              <p:tags r:id="rId78"/>
            </p:custDataLst>
          </p:nvPr>
        </p:nvSpPr>
        <p:spPr>
          <a:xfrm rot="16200000">
            <a:off x="4086820" y="9275485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近邻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法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90" name="圆角矩形 189"/>
          <p:cNvSpPr/>
          <p:nvPr>
            <p:custDataLst>
              <p:tags r:id="rId79"/>
            </p:custDataLst>
          </p:nvPr>
        </p:nvSpPr>
        <p:spPr>
          <a:xfrm rot="16200000">
            <a:off x="4824690" y="9275485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自编码</a:t>
            </a:r>
            <a:r>
              <a:rPr lang="zh-CN" altLang="en-US" sz="16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器</a:t>
            </a:r>
            <a:endParaRPr lang="zh-CN" altLang="en-US" sz="16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91" name="圆角矩形 190"/>
          <p:cNvSpPr/>
          <p:nvPr>
            <p:custDataLst>
              <p:tags r:id="rId80"/>
            </p:custDataLst>
          </p:nvPr>
        </p:nvSpPr>
        <p:spPr>
          <a:xfrm rot="16200000">
            <a:off x="5562560" y="9275485"/>
            <a:ext cx="1655445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密度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法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93" name="下箭头 192"/>
          <p:cNvSpPr/>
          <p:nvPr/>
        </p:nvSpPr>
        <p:spPr>
          <a:xfrm rot="16200000">
            <a:off x="3486150" y="645795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4" name="下箭头 193"/>
          <p:cNvSpPr/>
          <p:nvPr/>
        </p:nvSpPr>
        <p:spPr>
          <a:xfrm rot="16200000">
            <a:off x="3486150" y="2797175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5" name="下箭头 194"/>
          <p:cNvSpPr/>
          <p:nvPr/>
        </p:nvSpPr>
        <p:spPr>
          <a:xfrm rot="16200000">
            <a:off x="3486150" y="494030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6" name="下箭头 195"/>
          <p:cNvSpPr/>
          <p:nvPr/>
        </p:nvSpPr>
        <p:spPr>
          <a:xfrm rot="16200000">
            <a:off x="3486150" y="706882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7" name="下箭头 196"/>
          <p:cNvSpPr/>
          <p:nvPr/>
        </p:nvSpPr>
        <p:spPr>
          <a:xfrm rot="16200000">
            <a:off x="3486150" y="925322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8" name="下箭头 197"/>
          <p:cNvSpPr/>
          <p:nvPr/>
        </p:nvSpPr>
        <p:spPr>
          <a:xfrm rot="16200000">
            <a:off x="6927850" y="925322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9" name="下箭头 198"/>
          <p:cNvSpPr/>
          <p:nvPr/>
        </p:nvSpPr>
        <p:spPr>
          <a:xfrm rot="16200000">
            <a:off x="6927850" y="706882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0" name="下箭头 199"/>
          <p:cNvSpPr/>
          <p:nvPr/>
        </p:nvSpPr>
        <p:spPr>
          <a:xfrm rot="16200000">
            <a:off x="6927850" y="494030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1" name="下箭头 200"/>
          <p:cNvSpPr/>
          <p:nvPr/>
        </p:nvSpPr>
        <p:spPr>
          <a:xfrm rot="16200000">
            <a:off x="6927850" y="2797175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2" name="下箭头 201"/>
          <p:cNvSpPr/>
          <p:nvPr/>
        </p:nvSpPr>
        <p:spPr>
          <a:xfrm rot="16200000">
            <a:off x="6927850" y="645795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87.3803223042584,&quot;left&quot;:-28.00713134817196,&quot;top&quot;:110.8,&quot;width&quot;:213.05860736028598}"/>
</p:tagLst>
</file>

<file path=ppt/tags/tag2.xml><?xml version="1.0" encoding="utf-8"?>
<p:tagLst xmlns:p="http://schemas.openxmlformats.org/presentationml/2006/main">
  <p:tag name="KSO_WM_DIAGRAM_VIRTUALLY_FRAME" val="{&quot;height&quot;:609.035737009544,&quot;left&quot;:-19.661415967290715,&quot;top&quot;:89.15,&quot;width&quot;:799.7114159672907}"/>
</p:tagLst>
</file>

<file path=ppt/tags/tag3.xml><?xml version="1.0" encoding="utf-8"?>
<p:tagLst xmlns:p="http://schemas.openxmlformats.org/presentationml/2006/main">
  <p:tag name="KSO_WM_DIAGRAM_VIRTUALLY_FRAME" val="{&quot;height&quot;:587.3803223042584,&quot;left&quot;:-28.00713134817196,&quot;top&quot;:110.8,&quot;width&quot;:213.05860736028598}"/>
</p:tagLst>
</file>

<file path=ppt/tags/tag4.xml><?xml version="1.0" encoding="utf-8"?>
<p:tagLst xmlns:p="http://schemas.openxmlformats.org/presentationml/2006/main">
  <p:tag name="KSO_WM_DIAGRAM_VIRTUALLY_FRAME" val="{&quot;height&quot;:587.3803223042584,&quot;left&quot;:-28.00713134817196,&quot;top&quot;:110.8,&quot;width&quot;:213.05860736028598}"/>
</p:tagLst>
</file>

<file path=ppt/tags/tag5.xml><?xml version="1.0" encoding="utf-8"?>
<p:tagLst xmlns:p="http://schemas.openxmlformats.org/presentationml/2006/main">
  <p:tag name="KSO_WM_DIAGRAM_VIRTUALLY_FRAME" val="{&quot;height&quot;:609.035737009544,&quot;left&quot;:-19.661415967290715,&quot;top&quot;:89.15,&quot;width&quot;:799.7114159672907}"/>
</p:tagLst>
</file>

<file path=ppt/tags/tag6.xml><?xml version="1.0" encoding="utf-8"?>
<p:tagLst xmlns:p="http://schemas.openxmlformats.org/presentationml/2006/main">
  <p:tag name="KSO_WM_DIAGRAM_VIRTUALLY_FRAME" val="{&quot;height&quot;:587.3803223042584,&quot;left&quot;:-28.00713134817196,&quot;top&quot;:110.8,&quot;width&quot;:213.05860736028598}"/>
</p:tagLst>
</file>

<file path=ppt/tags/tag7.xml><?xml version="1.0" encoding="utf-8"?>
<p:tagLst xmlns:p="http://schemas.openxmlformats.org/presentationml/2006/main">
  <p:tag name="KSO_WM_DIAGRAM_VIRTUALLY_FRAME" val="{&quot;height&quot;:587.3803223042584,&quot;left&quot;:-28.00713134817196,&quot;top&quot;:110.8,&quot;width&quot;:213.05860736028598}"/>
</p:tagLst>
</file>

<file path=ppt/tags/tag8.xml><?xml version="1.0" encoding="utf-8"?>
<p:tagLst xmlns:p="http://schemas.openxmlformats.org/presentationml/2006/main">
  <p:tag name="KSO_WM_DIAGRAM_VIRTUALLY_FRAME" val="{&quot;height&quot;:587.3803223042584,&quot;left&quot;:-28.00713134817196,&quot;top&quot;:110.8,&quot;width&quot;:213.05860736028598}"/>
</p:tagLst>
</file>

<file path=ppt/tags/tag9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0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1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2.xml><?xml version="1.0" encoding="utf-8"?>
<p:tagLst xmlns:p="http://schemas.openxmlformats.org/presentationml/2006/main">
  <p:tag name="KSO_WM_DIAGRAM_VIRTUALLY_FRAME" val="{&quot;height&quot;:81.25,&quot;left&quot;:35.44999999999999,&quot;top&quot;:174.65,&quot;width&quot;:546.3}"/>
</p:tagLst>
</file>

<file path=ppt/tags/tag13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5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6.xml><?xml version="1.0" encoding="utf-8"?>
<p:tagLst xmlns:p="http://schemas.openxmlformats.org/presentationml/2006/main">
  <p:tag name="KSO_WM_DIAGRAM_VIRTUALLY_FRAME" val="{&quot;height&quot;:81.25,&quot;left&quot;:35.44999999999999,&quot;top&quot;:174.65,&quot;width&quot;:546.3}"/>
</p:tagLst>
</file>

<file path=ppt/tags/tag17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8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9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0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1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2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3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5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6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7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8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9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0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1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2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3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5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6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7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8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9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0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1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2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3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5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6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7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8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9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0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1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2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3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5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6.xml><?xml version="1.0" encoding="utf-8"?>
<p:tagLst xmlns:p="http://schemas.openxmlformats.org/presentationml/2006/main">
  <p:tag name="resource_record_key" val="{&quot;10&quot;:[21538076,21562633,21601085,21584647,21579370,21548478,3506593,21594572,50008868,21584748,20258059,19984064,20090542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WPS 演示</Application>
  <PresentationFormat>宽屏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兰米粗楷简体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毛浚彬</cp:lastModifiedBy>
  <cp:revision>5</cp:revision>
  <dcterms:created xsi:type="dcterms:W3CDTF">2023-08-09T12:44:00Z</dcterms:created>
  <dcterms:modified xsi:type="dcterms:W3CDTF">2024-12-11T10:06:36Z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268AFABD6E2F404892C2558F01C5BF4A_13</vt:lpwstr>
  </property>
  <property fmtid="{D5CDD505-2E9C-101B-9397-08002B2CF9AE}" pid="3" name="KSOProductBuildVer">
    <vt:lpwstr>2052-12.1.0.19302</vt:lpwstr>
  </property>
</Properties>
</file>