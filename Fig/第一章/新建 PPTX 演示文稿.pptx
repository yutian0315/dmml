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5479395" cy="539940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35132" y="884042"/>
            <a:ext cx="11610789" cy="1880621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35132" y="2837187"/>
            <a:ext cx="11610789" cy="1304180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79725" indent="0" algn="ctr">
              <a:buNone/>
              <a:defRPr sz="126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6259" y="1346695"/>
            <a:ext cx="13352407" cy="2246992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56259" y="3614944"/>
            <a:ext cx="13352407" cy="118164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4322" y="1437975"/>
            <a:ext cx="6579447" cy="34273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837283" y="1437975"/>
            <a:ext cx="6579447" cy="34273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339" y="287595"/>
            <a:ext cx="13352407" cy="10440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339" y="1324188"/>
            <a:ext cx="6549210" cy="64896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66339" y="1973152"/>
            <a:ext cx="6549210" cy="290220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837283" y="1324188"/>
            <a:ext cx="6581464" cy="64896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837283" y="1973152"/>
            <a:ext cx="6581464" cy="290220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339" y="360119"/>
            <a:ext cx="4993042" cy="1260416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1464" y="777757"/>
            <a:ext cx="7837283" cy="3838768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66339" y="1620535"/>
            <a:ext cx="4993042" cy="3002242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40180" indent="0">
              <a:buNone/>
              <a:defRPr sz="785"/>
            </a:lvl5pPr>
            <a:lvl6pPr marL="1800225" indent="0">
              <a:buNone/>
              <a:defRPr sz="785"/>
            </a:lvl6pPr>
            <a:lvl7pPr marL="2160270" indent="0">
              <a:buNone/>
              <a:defRPr sz="785"/>
            </a:lvl7pPr>
            <a:lvl8pPr marL="2520315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339" y="360119"/>
            <a:ext cx="4993042" cy="1260416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581464" y="777757"/>
            <a:ext cx="7837283" cy="3838768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66339" y="1620535"/>
            <a:ext cx="4993042" cy="3002242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40180" indent="0">
              <a:buNone/>
              <a:defRPr sz="785"/>
            </a:lvl5pPr>
            <a:lvl6pPr marL="1800225" indent="0">
              <a:buNone/>
              <a:defRPr sz="785"/>
            </a:lvl6pPr>
            <a:lvl7pPr marL="2160270" indent="0">
              <a:buNone/>
              <a:defRPr sz="785"/>
            </a:lvl7pPr>
            <a:lvl8pPr marL="2520315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078628" y="287595"/>
            <a:ext cx="3338102" cy="45777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4322" y="287595"/>
            <a:ext cx="9820792" cy="45777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64322" y="287595"/>
            <a:ext cx="13352407" cy="1044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4322" y="1437975"/>
            <a:ext cx="13352407" cy="3427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64322" y="5006654"/>
            <a:ext cx="3483237" cy="287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128099" y="5006654"/>
            <a:ext cx="5224855" cy="287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33493" y="5006654"/>
            <a:ext cx="3483237" cy="287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70002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61970" indent="-179705" algn="l" defTabSz="720090" rtl="0" eaLnBrk="1" latinLnBrk="0" hangingPunct="1">
        <a:lnSpc>
          <a:spcPct val="90000"/>
        </a:lnSpc>
        <a:spcBef>
          <a:spcPct val="79000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猫1"/>
          <p:cNvPicPr>
            <a:picLocks noChangeAspect="1"/>
          </p:cNvPicPr>
          <p:nvPr/>
        </p:nvPicPr>
        <p:blipFill>
          <a:blip r:embed="rId1"/>
          <a:srcRect b="8868"/>
          <a:stretch>
            <a:fillRect/>
          </a:stretch>
        </p:blipFill>
        <p:spPr>
          <a:xfrm>
            <a:off x="140" y="120022"/>
            <a:ext cx="3961309" cy="2340868"/>
          </a:xfrm>
          <a:prstGeom prst="rect">
            <a:avLst/>
          </a:prstGeom>
        </p:spPr>
      </p:pic>
      <p:pic>
        <p:nvPicPr>
          <p:cNvPr id="5" name="图片 4" descr="狗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" y="2744709"/>
            <a:ext cx="3961309" cy="2642936"/>
          </a:xfrm>
          <a:prstGeom prst="rect">
            <a:avLst/>
          </a:prstGeom>
        </p:spPr>
      </p:pic>
      <p:pic>
        <p:nvPicPr>
          <p:cNvPr id="6" name="图片 5" descr="猫2"/>
          <p:cNvPicPr>
            <a:picLocks noChangeAspect="1"/>
          </p:cNvPicPr>
          <p:nvPr/>
        </p:nvPicPr>
        <p:blipFill>
          <a:blip r:embed="rId3"/>
          <a:srcRect t="9746" b="10687"/>
          <a:stretch>
            <a:fillRect/>
          </a:stretch>
        </p:blipFill>
        <p:spPr>
          <a:xfrm>
            <a:off x="4186239" y="120022"/>
            <a:ext cx="3600450" cy="2374414"/>
          </a:xfrm>
          <a:prstGeom prst="rect">
            <a:avLst/>
          </a:prstGeom>
        </p:spPr>
      </p:pic>
      <p:pic>
        <p:nvPicPr>
          <p:cNvPr id="7" name="图片 6" descr="狗2"/>
          <p:cNvPicPr>
            <a:picLocks noChangeAspect="1"/>
          </p:cNvPicPr>
          <p:nvPr/>
        </p:nvPicPr>
        <p:blipFill>
          <a:blip r:embed="rId4"/>
          <a:srcRect l="2609" r="6072"/>
          <a:stretch>
            <a:fillRect/>
          </a:stretch>
        </p:blipFill>
        <p:spPr>
          <a:xfrm>
            <a:off x="4186555" y="2758440"/>
            <a:ext cx="3600450" cy="2628900"/>
          </a:xfrm>
          <a:prstGeom prst="rect">
            <a:avLst/>
          </a:prstGeom>
        </p:spPr>
      </p:pic>
      <p:pic>
        <p:nvPicPr>
          <p:cNvPr id="8" name="图片 7" descr="猫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1479" y="102877"/>
            <a:ext cx="3601085" cy="2391230"/>
          </a:xfrm>
          <a:prstGeom prst="rect">
            <a:avLst/>
          </a:prstGeom>
        </p:spPr>
      </p:pic>
      <p:pic>
        <p:nvPicPr>
          <p:cNvPr id="9" name="图片 8" descr="猫4"/>
          <p:cNvPicPr>
            <a:picLocks noChangeAspect="1"/>
          </p:cNvPicPr>
          <p:nvPr/>
        </p:nvPicPr>
        <p:blipFill>
          <a:blip r:embed="rId6"/>
          <a:srcRect l="3228" r="5574"/>
          <a:stretch>
            <a:fillRect/>
          </a:stretch>
        </p:blipFill>
        <p:spPr>
          <a:xfrm>
            <a:off x="11837354" y="120015"/>
            <a:ext cx="3599815" cy="2399536"/>
          </a:xfrm>
          <a:prstGeom prst="rect">
            <a:avLst/>
          </a:prstGeom>
        </p:spPr>
      </p:pic>
      <p:pic>
        <p:nvPicPr>
          <p:cNvPr id="10" name="图片 9" descr="狗3"/>
          <p:cNvPicPr>
            <a:picLocks noChangeAspect="1"/>
          </p:cNvPicPr>
          <p:nvPr/>
        </p:nvPicPr>
        <p:blipFill>
          <a:blip r:embed="rId7"/>
          <a:srcRect r="5226" b="7675"/>
          <a:stretch>
            <a:fillRect/>
          </a:stretch>
        </p:blipFill>
        <p:spPr>
          <a:xfrm>
            <a:off x="8012430" y="2771140"/>
            <a:ext cx="3596640" cy="2628265"/>
          </a:xfrm>
          <a:prstGeom prst="rect">
            <a:avLst/>
          </a:prstGeom>
        </p:spPr>
      </p:pic>
      <p:pic>
        <p:nvPicPr>
          <p:cNvPr id="11" name="图片 10" descr="狗4"/>
          <p:cNvPicPr>
            <a:picLocks noChangeAspect="1"/>
          </p:cNvPicPr>
          <p:nvPr/>
        </p:nvPicPr>
        <p:blipFill>
          <a:blip r:embed="rId8"/>
          <a:srcRect l="11622" t="280" r="4816" b="8440"/>
          <a:stretch>
            <a:fillRect/>
          </a:stretch>
        </p:blipFill>
        <p:spPr>
          <a:xfrm>
            <a:off x="11834495" y="2771140"/>
            <a:ext cx="3602990" cy="26282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Y5OTg1OGE4MGYzNTdmOTFjZWFiZmM4MDZlMDI2ZW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毛浚彬</cp:lastModifiedBy>
  <cp:revision>3</cp:revision>
  <dcterms:created xsi:type="dcterms:W3CDTF">2023-08-09T12:44:00Z</dcterms:created>
  <dcterms:modified xsi:type="dcterms:W3CDTF">2024-11-14T02:57:59Z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CAB8059FEEF44662BC631F76ED44F829_13</vt:lpwstr>
  </property>
  <property fmtid="{D5CDD505-2E9C-101B-9397-08002B2CF9AE}" pid="3" name="KSOProductBuildVer">
    <vt:lpwstr>2052-12.1.0.18608</vt:lpwstr>
  </property>
</Properties>
</file>